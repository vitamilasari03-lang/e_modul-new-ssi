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JA Jayagiri Sans" charset="1" panose="00000000000000000000"/>
      <p:regular r:id="rId24"/>
    </p:embeddedFont>
    <p:embeddedFont>
      <p:font typeface="Canva Sans" charset="1" panose="020B05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28968" y="828933"/>
            <a:ext cx="11011695" cy="4791340"/>
            <a:chOff x="0" y="0"/>
            <a:chExt cx="2900200" cy="12619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200" cy="1261917"/>
            </a:xfrm>
            <a:custGeom>
              <a:avLst/>
              <a:gdLst/>
              <a:ahLst/>
              <a:cxnLst/>
              <a:rect r="r" b="b" t="t" l="l"/>
              <a:pathLst>
                <a:path h="1261917" w="2900200">
                  <a:moveTo>
                    <a:pt x="0" y="0"/>
                  </a:moveTo>
                  <a:lnTo>
                    <a:pt x="2900200" y="0"/>
                  </a:lnTo>
                  <a:lnTo>
                    <a:pt x="2900200" y="1261917"/>
                  </a:lnTo>
                  <a:lnTo>
                    <a:pt x="0" y="126191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00200" cy="1300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275850">
            <a:off x="1070791" y="7531773"/>
            <a:ext cx="2279103" cy="2158932"/>
          </a:xfrm>
          <a:custGeom>
            <a:avLst/>
            <a:gdLst/>
            <a:ahLst/>
            <a:cxnLst/>
            <a:rect r="r" b="b" t="t" l="l"/>
            <a:pathLst>
              <a:path h="2158932" w="2279103">
                <a:moveTo>
                  <a:pt x="0" y="0"/>
                </a:moveTo>
                <a:lnTo>
                  <a:pt x="2279103" y="0"/>
                </a:lnTo>
                <a:lnTo>
                  <a:pt x="2279103" y="2158932"/>
                </a:lnTo>
                <a:lnTo>
                  <a:pt x="0" y="2158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84227">
            <a:off x="14613398" y="936382"/>
            <a:ext cx="2948460" cy="2390933"/>
          </a:xfrm>
          <a:custGeom>
            <a:avLst/>
            <a:gdLst/>
            <a:ahLst/>
            <a:cxnLst/>
            <a:rect r="r" b="b" t="t" l="l"/>
            <a:pathLst>
              <a:path h="2390933" w="2948460">
                <a:moveTo>
                  <a:pt x="0" y="0"/>
                </a:moveTo>
                <a:lnTo>
                  <a:pt x="2948460" y="0"/>
                </a:lnTo>
                <a:lnTo>
                  <a:pt x="2948460" y="2390933"/>
                </a:lnTo>
                <a:lnTo>
                  <a:pt x="0" y="23909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538756">
            <a:off x="2158619" y="4962614"/>
            <a:ext cx="491271" cy="2233052"/>
          </a:xfrm>
          <a:custGeom>
            <a:avLst/>
            <a:gdLst/>
            <a:ahLst/>
            <a:cxnLst/>
            <a:rect r="r" b="b" t="t" l="l"/>
            <a:pathLst>
              <a:path h="2233052" w="491271">
                <a:moveTo>
                  <a:pt x="0" y="0"/>
                </a:moveTo>
                <a:lnTo>
                  <a:pt x="491272" y="0"/>
                </a:lnTo>
                <a:lnTo>
                  <a:pt x="491272" y="2233052"/>
                </a:lnTo>
                <a:lnTo>
                  <a:pt x="0" y="2233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26377">
            <a:off x="5133277" y="971189"/>
            <a:ext cx="2427897" cy="1160976"/>
          </a:xfrm>
          <a:custGeom>
            <a:avLst/>
            <a:gdLst/>
            <a:ahLst/>
            <a:cxnLst/>
            <a:rect r="r" b="b" t="t" l="l"/>
            <a:pathLst>
              <a:path h="1160976" w="2427897">
                <a:moveTo>
                  <a:pt x="0" y="0"/>
                </a:moveTo>
                <a:lnTo>
                  <a:pt x="2427896" y="0"/>
                </a:lnTo>
                <a:lnTo>
                  <a:pt x="2427896" y="1160976"/>
                </a:lnTo>
                <a:lnTo>
                  <a:pt x="0" y="11609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123417">
            <a:off x="15638872" y="3695091"/>
            <a:ext cx="358242" cy="2449519"/>
          </a:xfrm>
          <a:custGeom>
            <a:avLst/>
            <a:gdLst/>
            <a:ahLst/>
            <a:cxnLst/>
            <a:rect r="r" b="b" t="t" l="l"/>
            <a:pathLst>
              <a:path h="2449519" w="358242">
                <a:moveTo>
                  <a:pt x="0" y="0"/>
                </a:moveTo>
                <a:lnTo>
                  <a:pt x="358242" y="0"/>
                </a:lnTo>
                <a:lnTo>
                  <a:pt x="358242" y="2449519"/>
                </a:lnTo>
                <a:lnTo>
                  <a:pt x="0" y="24495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67343">
            <a:off x="4097548" y="7938960"/>
            <a:ext cx="1922791" cy="1937321"/>
          </a:xfrm>
          <a:custGeom>
            <a:avLst/>
            <a:gdLst/>
            <a:ahLst/>
            <a:cxnLst/>
            <a:rect r="r" b="b" t="t" l="l"/>
            <a:pathLst>
              <a:path h="1937321" w="1922791">
                <a:moveTo>
                  <a:pt x="0" y="0"/>
                </a:moveTo>
                <a:lnTo>
                  <a:pt x="1922791" y="0"/>
                </a:lnTo>
                <a:lnTo>
                  <a:pt x="1922791" y="1937321"/>
                </a:lnTo>
                <a:lnTo>
                  <a:pt x="0" y="19373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38037">
            <a:off x="6980495" y="8134914"/>
            <a:ext cx="2385508" cy="1863678"/>
          </a:xfrm>
          <a:custGeom>
            <a:avLst/>
            <a:gdLst/>
            <a:ahLst/>
            <a:cxnLst/>
            <a:rect r="r" b="b" t="t" l="l"/>
            <a:pathLst>
              <a:path h="1863678" w="2385508">
                <a:moveTo>
                  <a:pt x="0" y="0"/>
                </a:moveTo>
                <a:lnTo>
                  <a:pt x="2385507" y="0"/>
                </a:lnTo>
                <a:lnTo>
                  <a:pt x="2385507" y="1863678"/>
                </a:lnTo>
                <a:lnTo>
                  <a:pt x="0" y="18636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96610">
            <a:off x="10391187" y="7898716"/>
            <a:ext cx="1328767" cy="1983235"/>
          </a:xfrm>
          <a:custGeom>
            <a:avLst/>
            <a:gdLst/>
            <a:ahLst/>
            <a:cxnLst/>
            <a:rect r="r" b="b" t="t" l="l"/>
            <a:pathLst>
              <a:path h="1983235" w="1328767">
                <a:moveTo>
                  <a:pt x="0" y="0"/>
                </a:moveTo>
                <a:lnTo>
                  <a:pt x="1328767" y="0"/>
                </a:lnTo>
                <a:lnTo>
                  <a:pt x="1328767" y="1983235"/>
                </a:lnTo>
                <a:lnTo>
                  <a:pt x="0" y="198323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055570" y="693855"/>
            <a:ext cx="2319386" cy="1872904"/>
          </a:xfrm>
          <a:custGeom>
            <a:avLst/>
            <a:gdLst/>
            <a:ahLst/>
            <a:cxnLst/>
            <a:rect r="r" b="b" t="t" l="l"/>
            <a:pathLst>
              <a:path h="1872904" w="2319386">
                <a:moveTo>
                  <a:pt x="0" y="0"/>
                </a:moveTo>
                <a:lnTo>
                  <a:pt x="2319387" y="0"/>
                </a:lnTo>
                <a:lnTo>
                  <a:pt x="2319387" y="1872904"/>
                </a:lnTo>
                <a:lnTo>
                  <a:pt x="0" y="187290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56481">
            <a:off x="15271335" y="6808034"/>
            <a:ext cx="2275505" cy="1911424"/>
          </a:xfrm>
          <a:custGeom>
            <a:avLst/>
            <a:gdLst/>
            <a:ahLst/>
            <a:cxnLst/>
            <a:rect r="r" b="b" t="t" l="l"/>
            <a:pathLst>
              <a:path h="1911424" w="2275505">
                <a:moveTo>
                  <a:pt x="0" y="0"/>
                </a:moveTo>
                <a:lnTo>
                  <a:pt x="2275504" y="0"/>
                </a:lnTo>
                <a:lnTo>
                  <a:pt x="2275504" y="1911424"/>
                </a:lnTo>
                <a:lnTo>
                  <a:pt x="0" y="191142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17737">
            <a:off x="2395434" y="557568"/>
            <a:ext cx="1347148" cy="2293018"/>
          </a:xfrm>
          <a:custGeom>
            <a:avLst/>
            <a:gdLst/>
            <a:ahLst/>
            <a:cxnLst/>
            <a:rect r="r" b="b" t="t" l="l"/>
            <a:pathLst>
              <a:path h="2293018" w="1347148">
                <a:moveTo>
                  <a:pt x="0" y="0"/>
                </a:moveTo>
                <a:lnTo>
                  <a:pt x="1347148" y="0"/>
                </a:lnTo>
                <a:lnTo>
                  <a:pt x="1347148" y="2293018"/>
                </a:lnTo>
                <a:lnTo>
                  <a:pt x="0" y="229301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822808">
            <a:off x="821467" y="3365297"/>
            <a:ext cx="1250953" cy="532224"/>
          </a:xfrm>
          <a:custGeom>
            <a:avLst/>
            <a:gdLst/>
            <a:ahLst/>
            <a:cxnLst/>
            <a:rect r="r" b="b" t="t" l="l"/>
            <a:pathLst>
              <a:path h="532224" w="1250953">
                <a:moveTo>
                  <a:pt x="0" y="0"/>
                </a:moveTo>
                <a:lnTo>
                  <a:pt x="1250953" y="0"/>
                </a:lnTo>
                <a:lnTo>
                  <a:pt x="1250953" y="532224"/>
                </a:lnTo>
                <a:lnTo>
                  <a:pt x="0" y="53222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1466159">
            <a:off x="2128031" y="3834103"/>
            <a:ext cx="940272" cy="400043"/>
          </a:xfrm>
          <a:custGeom>
            <a:avLst/>
            <a:gdLst/>
            <a:ahLst/>
            <a:cxnLst/>
            <a:rect r="r" b="b" t="t" l="l"/>
            <a:pathLst>
              <a:path h="400043" w="940272">
                <a:moveTo>
                  <a:pt x="0" y="0"/>
                </a:moveTo>
                <a:lnTo>
                  <a:pt x="940272" y="0"/>
                </a:lnTo>
                <a:lnTo>
                  <a:pt x="940272" y="400043"/>
                </a:lnTo>
                <a:lnTo>
                  <a:pt x="0" y="40004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7086600" y="5247645"/>
            <a:ext cx="1953255" cy="1953255"/>
          </a:xfrm>
          <a:custGeom>
            <a:avLst/>
            <a:gdLst/>
            <a:ahLst/>
            <a:cxnLst/>
            <a:rect r="r" b="b" t="t" l="l"/>
            <a:pathLst>
              <a:path h="1953255" w="1953255">
                <a:moveTo>
                  <a:pt x="1953255" y="0"/>
                </a:moveTo>
                <a:lnTo>
                  <a:pt x="0" y="0"/>
                </a:lnTo>
                <a:lnTo>
                  <a:pt x="0" y="1953255"/>
                </a:lnTo>
                <a:lnTo>
                  <a:pt x="1953255" y="1953255"/>
                </a:lnTo>
                <a:lnTo>
                  <a:pt x="1953255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2536006" y="7930993"/>
            <a:ext cx="1953255" cy="1953255"/>
          </a:xfrm>
          <a:custGeom>
            <a:avLst/>
            <a:gdLst/>
            <a:ahLst/>
            <a:cxnLst/>
            <a:rect r="r" b="b" t="t" l="l"/>
            <a:pathLst>
              <a:path h="1953255" w="1953255">
                <a:moveTo>
                  <a:pt x="1953255" y="0"/>
                </a:moveTo>
                <a:lnTo>
                  <a:pt x="0" y="0"/>
                </a:lnTo>
                <a:lnTo>
                  <a:pt x="0" y="1953255"/>
                </a:lnTo>
                <a:lnTo>
                  <a:pt x="1953255" y="1953255"/>
                </a:lnTo>
                <a:lnTo>
                  <a:pt x="1953255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928968" y="4027208"/>
            <a:ext cx="11033690" cy="5460643"/>
          </a:xfrm>
          <a:custGeom>
            <a:avLst/>
            <a:gdLst/>
            <a:ahLst/>
            <a:cxnLst/>
            <a:rect r="r" b="b" t="t" l="l"/>
            <a:pathLst>
              <a:path h="5460643" w="11033690">
                <a:moveTo>
                  <a:pt x="0" y="0"/>
                </a:moveTo>
                <a:lnTo>
                  <a:pt x="11033690" y="0"/>
                </a:lnTo>
                <a:lnTo>
                  <a:pt x="11033690" y="5460644"/>
                </a:lnTo>
                <a:lnTo>
                  <a:pt x="0" y="5460644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-2403" t="-1728" r="0" b="-1728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377944" y="1120085"/>
            <a:ext cx="10111316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JA Jayagiri Sans"/>
                <a:ea typeface="JA Jayagiri Sans"/>
                <a:cs typeface="JA Jayagiri Sans"/>
                <a:sym typeface="JA Jayagiri Sans"/>
              </a:rPr>
              <a:t>GANGGUAN PADA SISTEM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81236" y="1911930"/>
            <a:ext cx="4800073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JA Jayagiri Sans"/>
                <a:ea typeface="JA Jayagiri Sans"/>
                <a:cs typeface="JA Jayagiri Sans"/>
                <a:sym typeface="JA Jayagiri Sans"/>
              </a:rPr>
              <a:t>PEREDARAN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81309" y="1911930"/>
            <a:ext cx="2840390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3131"/>
                </a:solidFill>
                <a:latin typeface="JA Jayagiri Sans"/>
                <a:ea typeface="JA Jayagiri Sans"/>
                <a:cs typeface="JA Jayagiri Sans"/>
                <a:sym typeface="JA Jayagiri Sans"/>
              </a:rPr>
              <a:t>DARAH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75743" y="2911513"/>
            <a:ext cx="3936514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JA Jayagiri Sans"/>
                <a:ea typeface="JA Jayagiri Sans"/>
                <a:cs typeface="JA Jayagiri Sans"/>
                <a:sym typeface="JA Jayagiri Sans"/>
              </a:rPr>
              <a:t>MANUSIA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33770" y="1221612"/>
            <a:ext cx="10620459" cy="1615447"/>
            <a:chOff x="0" y="0"/>
            <a:chExt cx="2045811" cy="311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5811" cy="311182"/>
            </a:xfrm>
            <a:custGeom>
              <a:avLst/>
              <a:gdLst/>
              <a:ahLst/>
              <a:cxnLst/>
              <a:rect r="r" b="b" t="t" l="l"/>
              <a:pathLst>
                <a:path h="311182" w="2045811">
                  <a:moveTo>
                    <a:pt x="37177" y="0"/>
                  </a:moveTo>
                  <a:lnTo>
                    <a:pt x="2008634" y="0"/>
                  </a:lnTo>
                  <a:cubicBezTo>
                    <a:pt x="2018494" y="0"/>
                    <a:pt x="2027950" y="3917"/>
                    <a:pt x="2034922" y="10889"/>
                  </a:cubicBezTo>
                  <a:cubicBezTo>
                    <a:pt x="2041895" y="17861"/>
                    <a:pt x="2045811" y="27317"/>
                    <a:pt x="2045811" y="37177"/>
                  </a:cubicBezTo>
                  <a:lnTo>
                    <a:pt x="2045811" y="274005"/>
                  </a:lnTo>
                  <a:cubicBezTo>
                    <a:pt x="2045811" y="283865"/>
                    <a:pt x="2041895" y="293321"/>
                    <a:pt x="2034922" y="300293"/>
                  </a:cubicBezTo>
                  <a:cubicBezTo>
                    <a:pt x="2027950" y="307266"/>
                    <a:pt x="2018494" y="311182"/>
                    <a:pt x="2008634" y="311182"/>
                  </a:cubicBezTo>
                  <a:lnTo>
                    <a:pt x="37177" y="311182"/>
                  </a:lnTo>
                  <a:cubicBezTo>
                    <a:pt x="27317" y="311182"/>
                    <a:pt x="17861" y="307266"/>
                    <a:pt x="10889" y="300293"/>
                  </a:cubicBezTo>
                  <a:cubicBezTo>
                    <a:pt x="3917" y="293321"/>
                    <a:pt x="0" y="283865"/>
                    <a:pt x="0" y="274005"/>
                  </a:cubicBezTo>
                  <a:lnTo>
                    <a:pt x="0" y="37177"/>
                  </a:lnTo>
                  <a:cubicBezTo>
                    <a:pt x="0" y="27317"/>
                    <a:pt x="3917" y="17861"/>
                    <a:pt x="10889" y="10889"/>
                  </a:cubicBezTo>
                  <a:cubicBezTo>
                    <a:pt x="17861" y="3917"/>
                    <a:pt x="27317" y="0"/>
                    <a:pt x="37177" y="0"/>
                  </a:cubicBezTo>
                  <a:close/>
                </a:path>
              </a:pathLst>
            </a:custGeom>
            <a:solidFill>
              <a:srgbClr val="FF303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45811" cy="358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33770" y="3074034"/>
            <a:ext cx="10620459" cy="4116854"/>
            <a:chOff x="0" y="0"/>
            <a:chExt cx="2045811" cy="7930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5811" cy="793027"/>
            </a:xfrm>
            <a:custGeom>
              <a:avLst/>
              <a:gdLst/>
              <a:ahLst/>
              <a:cxnLst/>
              <a:rect r="r" b="b" t="t" l="l"/>
              <a:pathLst>
                <a:path h="793027" w="2045811">
                  <a:moveTo>
                    <a:pt x="37177" y="0"/>
                  </a:moveTo>
                  <a:lnTo>
                    <a:pt x="2008634" y="0"/>
                  </a:lnTo>
                  <a:cubicBezTo>
                    <a:pt x="2018494" y="0"/>
                    <a:pt x="2027950" y="3917"/>
                    <a:pt x="2034922" y="10889"/>
                  </a:cubicBezTo>
                  <a:cubicBezTo>
                    <a:pt x="2041895" y="17861"/>
                    <a:pt x="2045811" y="27317"/>
                    <a:pt x="2045811" y="37177"/>
                  </a:cubicBezTo>
                  <a:lnTo>
                    <a:pt x="2045811" y="755849"/>
                  </a:lnTo>
                  <a:cubicBezTo>
                    <a:pt x="2045811" y="765709"/>
                    <a:pt x="2041895" y="775166"/>
                    <a:pt x="2034922" y="782138"/>
                  </a:cubicBezTo>
                  <a:cubicBezTo>
                    <a:pt x="2027950" y="789110"/>
                    <a:pt x="2018494" y="793027"/>
                    <a:pt x="2008634" y="793027"/>
                  </a:cubicBezTo>
                  <a:lnTo>
                    <a:pt x="37177" y="793027"/>
                  </a:lnTo>
                  <a:cubicBezTo>
                    <a:pt x="27317" y="793027"/>
                    <a:pt x="17861" y="789110"/>
                    <a:pt x="10889" y="782138"/>
                  </a:cubicBezTo>
                  <a:cubicBezTo>
                    <a:pt x="3917" y="775166"/>
                    <a:pt x="0" y="765709"/>
                    <a:pt x="0" y="755849"/>
                  </a:cubicBezTo>
                  <a:lnTo>
                    <a:pt x="0" y="37177"/>
                  </a:lnTo>
                  <a:cubicBezTo>
                    <a:pt x="0" y="27317"/>
                    <a:pt x="3917" y="17861"/>
                    <a:pt x="10889" y="10889"/>
                  </a:cubicBezTo>
                  <a:cubicBezTo>
                    <a:pt x="17861" y="3917"/>
                    <a:pt x="27317" y="0"/>
                    <a:pt x="37177" y="0"/>
                  </a:cubicBezTo>
                  <a:close/>
                </a:path>
              </a:pathLst>
            </a:custGeom>
            <a:solidFill>
              <a:srgbClr val="FFB7B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45811" cy="84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946250" y="1626230"/>
            <a:ext cx="1050797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JA Jayagiri Sans"/>
                <a:ea typeface="JA Jayagiri Sans"/>
                <a:cs typeface="JA Jayagiri Sans"/>
                <a:sym typeface="JA Jayagiri Sans"/>
              </a:rPr>
              <a:t>TUJUAN PEMBELAJARAN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-706111" y="8511401"/>
            <a:ext cx="20575714" cy="3011023"/>
            <a:chOff x="0" y="0"/>
            <a:chExt cx="5419118" cy="7930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19118" cy="793027"/>
            </a:xfrm>
            <a:custGeom>
              <a:avLst/>
              <a:gdLst/>
              <a:ahLst/>
              <a:cxnLst/>
              <a:rect r="r" b="b" t="t" l="l"/>
              <a:pathLst>
                <a:path h="793027" w="5419118">
                  <a:moveTo>
                    <a:pt x="19190" y="0"/>
                  </a:moveTo>
                  <a:lnTo>
                    <a:pt x="5399929" y="0"/>
                  </a:lnTo>
                  <a:cubicBezTo>
                    <a:pt x="5410527" y="0"/>
                    <a:pt x="5419118" y="8591"/>
                    <a:pt x="5419118" y="19190"/>
                  </a:cubicBezTo>
                  <a:lnTo>
                    <a:pt x="5419118" y="773837"/>
                  </a:lnTo>
                  <a:cubicBezTo>
                    <a:pt x="5419118" y="784435"/>
                    <a:pt x="5410527" y="793027"/>
                    <a:pt x="5399929" y="793027"/>
                  </a:cubicBezTo>
                  <a:lnTo>
                    <a:pt x="19190" y="793027"/>
                  </a:lnTo>
                  <a:cubicBezTo>
                    <a:pt x="8591" y="793027"/>
                    <a:pt x="0" y="784435"/>
                    <a:pt x="0" y="773837"/>
                  </a:cubicBezTo>
                  <a:lnTo>
                    <a:pt x="0" y="19190"/>
                  </a:lnTo>
                  <a:cubicBezTo>
                    <a:pt x="0" y="8591"/>
                    <a:pt x="8591" y="0"/>
                    <a:pt x="19190" y="0"/>
                  </a:cubicBezTo>
                  <a:close/>
                </a:path>
              </a:pathLst>
            </a:custGeom>
            <a:solidFill>
              <a:srgbClr val="FFB7B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5419118" cy="84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275850">
            <a:off x="520011" y="8909328"/>
            <a:ext cx="1125808" cy="1066447"/>
          </a:xfrm>
          <a:custGeom>
            <a:avLst/>
            <a:gdLst/>
            <a:ahLst/>
            <a:cxnLst/>
            <a:rect r="r" b="b" t="t" l="l"/>
            <a:pathLst>
              <a:path h="1066447" w="1125808">
                <a:moveTo>
                  <a:pt x="0" y="0"/>
                </a:moveTo>
                <a:lnTo>
                  <a:pt x="1125808" y="0"/>
                </a:lnTo>
                <a:lnTo>
                  <a:pt x="1125808" y="1066447"/>
                </a:lnTo>
                <a:lnTo>
                  <a:pt x="0" y="1066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767343">
            <a:off x="2133796" y="8983759"/>
            <a:ext cx="949800" cy="956978"/>
          </a:xfrm>
          <a:custGeom>
            <a:avLst/>
            <a:gdLst/>
            <a:ahLst/>
            <a:cxnLst/>
            <a:rect r="r" b="b" t="t" l="l"/>
            <a:pathLst>
              <a:path h="956978" w="949800">
                <a:moveTo>
                  <a:pt x="0" y="0"/>
                </a:moveTo>
                <a:lnTo>
                  <a:pt x="949800" y="0"/>
                </a:lnTo>
                <a:lnTo>
                  <a:pt x="949800" y="956978"/>
                </a:lnTo>
                <a:lnTo>
                  <a:pt x="0" y="9569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938037">
            <a:off x="3561343" y="9074188"/>
            <a:ext cx="1178368" cy="920600"/>
          </a:xfrm>
          <a:custGeom>
            <a:avLst/>
            <a:gdLst/>
            <a:ahLst/>
            <a:cxnLst/>
            <a:rect r="r" b="b" t="t" l="l"/>
            <a:pathLst>
              <a:path h="920600" w="1178368">
                <a:moveTo>
                  <a:pt x="0" y="0"/>
                </a:moveTo>
                <a:lnTo>
                  <a:pt x="1178369" y="0"/>
                </a:lnTo>
                <a:lnTo>
                  <a:pt x="1178369" y="920600"/>
                </a:lnTo>
                <a:lnTo>
                  <a:pt x="0" y="920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996610">
            <a:off x="5354338" y="8972419"/>
            <a:ext cx="656371" cy="979658"/>
          </a:xfrm>
          <a:custGeom>
            <a:avLst/>
            <a:gdLst/>
            <a:ahLst/>
            <a:cxnLst/>
            <a:rect r="r" b="b" t="t" l="l"/>
            <a:pathLst>
              <a:path h="979658" w="656371">
                <a:moveTo>
                  <a:pt x="0" y="0"/>
                </a:moveTo>
                <a:lnTo>
                  <a:pt x="656371" y="0"/>
                </a:lnTo>
                <a:lnTo>
                  <a:pt x="656371" y="979658"/>
                </a:lnTo>
                <a:lnTo>
                  <a:pt x="0" y="9796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56481">
            <a:off x="7747507" y="8990155"/>
            <a:ext cx="1124030" cy="944185"/>
          </a:xfrm>
          <a:custGeom>
            <a:avLst/>
            <a:gdLst/>
            <a:ahLst/>
            <a:cxnLst/>
            <a:rect r="r" b="b" t="t" l="l"/>
            <a:pathLst>
              <a:path h="944185" w="1124030">
                <a:moveTo>
                  <a:pt x="0" y="0"/>
                </a:moveTo>
                <a:lnTo>
                  <a:pt x="1124030" y="0"/>
                </a:lnTo>
                <a:lnTo>
                  <a:pt x="1124030" y="944186"/>
                </a:lnTo>
                <a:lnTo>
                  <a:pt x="0" y="9441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6478667" y="9052064"/>
            <a:ext cx="964849" cy="964849"/>
          </a:xfrm>
          <a:custGeom>
            <a:avLst/>
            <a:gdLst/>
            <a:ahLst/>
            <a:cxnLst/>
            <a:rect r="r" b="b" t="t" l="l"/>
            <a:pathLst>
              <a:path h="964849" w="964849">
                <a:moveTo>
                  <a:pt x="964848" y="0"/>
                </a:moveTo>
                <a:lnTo>
                  <a:pt x="0" y="0"/>
                </a:lnTo>
                <a:lnTo>
                  <a:pt x="0" y="964848"/>
                </a:lnTo>
                <a:lnTo>
                  <a:pt x="964848" y="964848"/>
                </a:lnTo>
                <a:lnTo>
                  <a:pt x="964848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150527" y="3608584"/>
            <a:ext cx="10303702" cy="369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7900" indent="-378950" lvl="1">
              <a:lnSpc>
                <a:spcPts val="4914"/>
              </a:lnSpc>
              <a:buAutoNum type="arabicPeriod" startAt="1"/>
            </a:pPr>
            <a:r>
              <a:rPr lang="en-US" sz="35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Siswa dapat mengidentifikasi kelainan dan penyakit pada sistem peredaran darah.</a:t>
            </a:r>
          </a:p>
          <a:p>
            <a:pPr algn="l" marL="757900" indent="-378950" lvl="1">
              <a:lnSpc>
                <a:spcPts val="4914"/>
              </a:lnSpc>
              <a:buAutoNum type="arabicPeriod" startAt="1"/>
            </a:pPr>
            <a:r>
              <a:rPr lang="en-US" sz="35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Siswa dapat memberikan solusi cara mengatasi kelainan/penyakit pada sistem peredaran darah.</a:t>
            </a:r>
          </a:p>
          <a:p>
            <a:pPr algn="l">
              <a:lnSpc>
                <a:spcPts val="4914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-1275850">
            <a:off x="9439534" y="8909328"/>
            <a:ext cx="1125808" cy="1066447"/>
          </a:xfrm>
          <a:custGeom>
            <a:avLst/>
            <a:gdLst/>
            <a:ahLst/>
            <a:cxnLst/>
            <a:rect r="r" b="b" t="t" l="l"/>
            <a:pathLst>
              <a:path h="1066447" w="1125808">
                <a:moveTo>
                  <a:pt x="0" y="0"/>
                </a:moveTo>
                <a:lnTo>
                  <a:pt x="1125808" y="0"/>
                </a:lnTo>
                <a:lnTo>
                  <a:pt x="1125808" y="1066447"/>
                </a:lnTo>
                <a:lnTo>
                  <a:pt x="0" y="1066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767343">
            <a:off x="11053319" y="8983759"/>
            <a:ext cx="949800" cy="956978"/>
          </a:xfrm>
          <a:custGeom>
            <a:avLst/>
            <a:gdLst/>
            <a:ahLst/>
            <a:cxnLst/>
            <a:rect r="r" b="b" t="t" l="l"/>
            <a:pathLst>
              <a:path h="956978" w="949800">
                <a:moveTo>
                  <a:pt x="0" y="0"/>
                </a:moveTo>
                <a:lnTo>
                  <a:pt x="949800" y="0"/>
                </a:lnTo>
                <a:lnTo>
                  <a:pt x="949800" y="956978"/>
                </a:lnTo>
                <a:lnTo>
                  <a:pt x="0" y="9569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2938037">
            <a:off x="12480866" y="9074188"/>
            <a:ext cx="1178368" cy="920600"/>
          </a:xfrm>
          <a:custGeom>
            <a:avLst/>
            <a:gdLst/>
            <a:ahLst/>
            <a:cxnLst/>
            <a:rect r="r" b="b" t="t" l="l"/>
            <a:pathLst>
              <a:path h="920600" w="1178368">
                <a:moveTo>
                  <a:pt x="0" y="0"/>
                </a:moveTo>
                <a:lnTo>
                  <a:pt x="1178369" y="0"/>
                </a:lnTo>
                <a:lnTo>
                  <a:pt x="1178369" y="920600"/>
                </a:lnTo>
                <a:lnTo>
                  <a:pt x="0" y="920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996610">
            <a:off x="14273861" y="8972419"/>
            <a:ext cx="656371" cy="979658"/>
          </a:xfrm>
          <a:custGeom>
            <a:avLst/>
            <a:gdLst/>
            <a:ahLst/>
            <a:cxnLst/>
            <a:rect r="r" b="b" t="t" l="l"/>
            <a:pathLst>
              <a:path h="979658" w="656371">
                <a:moveTo>
                  <a:pt x="0" y="0"/>
                </a:moveTo>
                <a:lnTo>
                  <a:pt x="656371" y="0"/>
                </a:lnTo>
                <a:lnTo>
                  <a:pt x="656371" y="979658"/>
                </a:lnTo>
                <a:lnTo>
                  <a:pt x="0" y="9796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556481">
            <a:off x="16667030" y="8990155"/>
            <a:ext cx="1124030" cy="944185"/>
          </a:xfrm>
          <a:custGeom>
            <a:avLst/>
            <a:gdLst/>
            <a:ahLst/>
            <a:cxnLst/>
            <a:rect r="r" b="b" t="t" l="l"/>
            <a:pathLst>
              <a:path h="944185" w="1124030">
                <a:moveTo>
                  <a:pt x="0" y="0"/>
                </a:moveTo>
                <a:lnTo>
                  <a:pt x="1124030" y="0"/>
                </a:lnTo>
                <a:lnTo>
                  <a:pt x="1124030" y="944186"/>
                </a:lnTo>
                <a:lnTo>
                  <a:pt x="0" y="9441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15398190" y="9052064"/>
            <a:ext cx="964849" cy="964849"/>
          </a:xfrm>
          <a:custGeom>
            <a:avLst/>
            <a:gdLst/>
            <a:ahLst/>
            <a:cxnLst/>
            <a:rect r="r" b="b" t="t" l="l"/>
            <a:pathLst>
              <a:path h="964849" w="964849">
                <a:moveTo>
                  <a:pt x="964848" y="0"/>
                </a:moveTo>
                <a:lnTo>
                  <a:pt x="0" y="0"/>
                </a:lnTo>
                <a:lnTo>
                  <a:pt x="0" y="964848"/>
                </a:lnTo>
                <a:lnTo>
                  <a:pt x="964848" y="964848"/>
                </a:lnTo>
                <a:lnTo>
                  <a:pt x="964848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-285419" y="-2626235"/>
            <a:ext cx="20575714" cy="3011023"/>
            <a:chOff x="0" y="0"/>
            <a:chExt cx="5419118" cy="79302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19118" cy="793027"/>
            </a:xfrm>
            <a:custGeom>
              <a:avLst/>
              <a:gdLst/>
              <a:ahLst/>
              <a:cxnLst/>
              <a:rect r="r" b="b" t="t" l="l"/>
              <a:pathLst>
                <a:path h="793027" w="5419118">
                  <a:moveTo>
                    <a:pt x="19190" y="0"/>
                  </a:moveTo>
                  <a:lnTo>
                    <a:pt x="5399929" y="0"/>
                  </a:lnTo>
                  <a:cubicBezTo>
                    <a:pt x="5410527" y="0"/>
                    <a:pt x="5419118" y="8591"/>
                    <a:pt x="5419118" y="19190"/>
                  </a:cubicBezTo>
                  <a:lnTo>
                    <a:pt x="5419118" y="773837"/>
                  </a:lnTo>
                  <a:cubicBezTo>
                    <a:pt x="5419118" y="784435"/>
                    <a:pt x="5410527" y="793027"/>
                    <a:pt x="5399929" y="793027"/>
                  </a:cubicBezTo>
                  <a:lnTo>
                    <a:pt x="19190" y="793027"/>
                  </a:lnTo>
                  <a:cubicBezTo>
                    <a:pt x="8591" y="793027"/>
                    <a:pt x="0" y="784435"/>
                    <a:pt x="0" y="773837"/>
                  </a:cubicBezTo>
                  <a:lnTo>
                    <a:pt x="0" y="19190"/>
                  </a:lnTo>
                  <a:cubicBezTo>
                    <a:pt x="0" y="8591"/>
                    <a:pt x="8591" y="0"/>
                    <a:pt x="19190" y="0"/>
                  </a:cubicBezTo>
                  <a:close/>
                </a:path>
              </a:pathLst>
            </a:custGeom>
            <a:solidFill>
              <a:srgbClr val="FF303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419118" cy="84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2083" y="674532"/>
            <a:ext cx="6963835" cy="696383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74888" y="6132150"/>
            <a:ext cx="12538224" cy="1506217"/>
            <a:chOff x="0" y="0"/>
            <a:chExt cx="3302248" cy="3966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2248" cy="396699"/>
            </a:xfrm>
            <a:custGeom>
              <a:avLst/>
              <a:gdLst/>
              <a:ahLst/>
              <a:cxnLst/>
              <a:rect r="r" b="b" t="t" l="l"/>
              <a:pathLst>
                <a:path h="396699" w="3302248">
                  <a:moveTo>
                    <a:pt x="31491" y="0"/>
                  </a:moveTo>
                  <a:lnTo>
                    <a:pt x="3270757" y="0"/>
                  </a:lnTo>
                  <a:cubicBezTo>
                    <a:pt x="3279109" y="0"/>
                    <a:pt x="3287119" y="3318"/>
                    <a:pt x="3293025" y="9223"/>
                  </a:cubicBezTo>
                  <a:cubicBezTo>
                    <a:pt x="3298930" y="15129"/>
                    <a:pt x="3302248" y="23139"/>
                    <a:pt x="3302248" y="31491"/>
                  </a:cubicBezTo>
                  <a:lnTo>
                    <a:pt x="3302248" y="365208"/>
                  </a:lnTo>
                  <a:cubicBezTo>
                    <a:pt x="3302248" y="373560"/>
                    <a:pt x="3298930" y="381570"/>
                    <a:pt x="3293025" y="387476"/>
                  </a:cubicBezTo>
                  <a:cubicBezTo>
                    <a:pt x="3287119" y="393381"/>
                    <a:pt x="3279109" y="396699"/>
                    <a:pt x="3270757" y="396699"/>
                  </a:cubicBezTo>
                  <a:lnTo>
                    <a:pt x="31491" y="396699"/>
                  </a:lnTo>
                  <a:cubicBezTo>
                    <a:pt x="23139" y="396699"/>
                    <a:pt x="15129" y="393381"/>
                    <a:pt x="9223" y="387476"/>
                  </a:cubicBezTo>
                  <a:cubicBezTo>
                    <a:pt x="3318" y="381570"/>
                    <a:pt x="0" y="373560"/>
                    <a:pt x="0" y="365208"/>
                  </a:cubicBezTo>
                  <a:lnTo>
                    <a:pt x="0" y="31491"/>
                  </a:lnTo>
                  <a:cubicBezTo>
                    <a:pt x="0" y="23139"/>
                    <a:pt x="3318" y="15129"/>
                    <a:pt x="9223" y="9223"/>
                  </a:cubicBezTo>
                  <a:cubicBezTo>
                    <a:pt x="15129" y="3318"/>
                    <a:pt x="23139" y="0"/>
                    <a:pt x="31491" y="0"/>
                  </a:cubicBezTo>
                  <a:close/>
                </a:path>
              </a:pathLst>
            </a:custGeom>
            <a:solidFill>
              <a:srgbClr val="FF30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302248" cy="444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032349" y="674532"/>
            <a:ext cx="10223303" cy="5457618"/>
          </a:xfrm>
          <a:custGeom>
            <a:avLst/>
            <a:gdLst/>
            <a:ahLst/>
            <a:cxnLst/>
            <a:rect r="r" b="b" t="t" l="l"/>
            <a:pathLst>
              <a:path h="5457618" w="10223303">
                <a:moveTo>
                  <a:pt x="0" y="0"/>
                </a:moveTo>
                <a:lnTo>
                  <a:pt x="10223302" y="0"/>
                </a:lnTo>
                <a:lnTo>
                  <a:pt x="10223302" y="5457618"/>
                </a:lnTo>
                <a:lnTo>
                  <a:pt x="0" y="545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84" t="0" r="-3384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47925" y="6434091"/>
            <a:ext cx="7988538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>
                <a:solidFill>
                  <a:srgbClr val="FFFFFF"/>
                </a:solidFill>
                <a:latin typeface="JA Jayagiri Sans"/>
                <a:ea typeface="JA Jayagiri Sans"/>
                <a:cs typeface="JA Jayagiri Sans"/>
                <a:sym typeface="JA Jayagiri Sans"/>
              </a:rPr>
              <a:t>JANTUNG KORONER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4433" y="7843186"/>
            <a:ext cx="657552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Arteri yang memasok darah mengalami penyempitan.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0"/>
            <a:ext cx="16230600" cy="10287000"/>
          </a:xfrm>
          <a:custGeom>
            <a:avLst/>
            <a:gdLst/>
            <a:ahLst/>
            <a:cxnLst/>
            <a:rect r="r" b="b" t="t" l="l"/>
            <a:pathLst>
              <a:path h="10287000" w="16230600">
                <a:moveTo>
                  <a:pt x="0" y="0"/>
                </a:moveTo>
                <a:lnTo>
                  <a:pt x="16230600" y="0"/>
                </a:lnTo>
                <a:lnTo>
                  <a:pt x="162306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92" r="0" b="-2592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87551" y="0"/>
            <a:ext cx="8590867" cy="7638367"/>
            <a:chOff x="0" y="0"/>
            <a:chExt cx="914156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156" cy="812800"/>
            </a:xfrm>
            <a:custGeom>
              <a:avLst/>
              <a:gdLst/>
              <a:ahLst/>
              <a:cxnLst/>
              <a:rect r="r" b="b" t="t" l="l"/>
              <a:pathLst>
                <a:path h="812800" w="914156">
                  <a:moveTo>
                    <a:pt x="457078" y="0"/>
                  </a:moveTo>
                  <a:cubicBezTo>
                    <a:pt x="204641" y="0"/>
                    <a:pt x="0" y="181951"/>
                    <a:pt x="0" y="406400"/>
                  </a:cubicBezTo>
                  <a:cubicBezTo>
                    <a:pt x="0" y="630849"/>
                    <a:pt x="204641" y="812800"/>
                    <a:pt x="457078" y="812800"/>
                  </a:cubicBezTo>
                  <a:cubicBezTo>
                    <a:pt x="709515" y="812800"/>
                    <a:pt x="914156" y="630849"/>
                    <a:pt x="914156" y="406400"/>
                  </a:cubicBezTo>
                  <a:cubicBezTo>
                    <a:pt x="914156" y="181951"/>
                    <a:pt x="709515" y="0"/>
                    <a:pt x="45707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85702" y="38100"/>
              <a:ext cx="742752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74888" y="6132150"/>
            <a:ext cx="12538224" cy="1506217"/>
            <a:chOff x="0" y="0"/>
            <a:chExt cx="3302248" cy="3966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2248" cy="396699"/>
            </a:xfrm>
            <a:custGeom>
              <a:avLst/>
              <a:gdLst/>
              <a:ahLst/>
              <a:cxnLst/>
              <a:rect r="r" b="b" t="t" l="l"/>
              <a:pathLst>
                <a:path h="396699" w="3302248">
                  <a:moveTo>
                    <a:pt x="31491" y="0"/>
                  </a:moveTo>
                  <a:lnTo>
                    <a:pt x="3270757" y="0"/>
                  </a:lnTo>
                  <a:cubicBezTo>
                    <a:pt x="3279109" y="0"/>
                    <a:pt x="3287119" y="3318"/>
                    <a:pt x="3293025" y="9223"/>
                  </a:cubicBezTo>
                  <a:cubicBezTo>
                    <a:pt x="3298930" y="15129"/>
                    <a:pt x="3302248" y="23139"/>
                    <a:pt x="3302248" y="31491"/>
                  </a:cubicBezTo>
                  <a:lnTo>
                    <a:pt x="3302248" y="365208"/>
                  </a:lnTo>
                  <a:cubicBezTo>
                    <a:pt x="3302248" y="373560"/>
                    <a:pt x="3298930" y="381570"/>
                    <a:pt x="3293025" y="387476"/>
                  </a:cubicBezTo>
                  <a:cubicBezTo>
                    <a:pt x="3287119" y="393381"/>
                    <a:pt x="3279109" y="396699"/>
                    <a:pt x="3270757" y="396699"/>
                  </a:cubicBezTo>
                  <a:lnTo>
                    <a:pt x="31491" y="396699"/>
                  </a:lnTo>
                  <a:cubicBezTo>
                    <a:pt x="23139" y="396699"/>
                    <a:pt x="15129" y="393381"/>
                    <a:pt x="9223" y="387476"/>
                  </a:cubicBezTo>
                  <a:cubicBezTo>
                    <a:pt x="3318" y="381570"/>
                    <a:pt x="0" y="373560"/>
                    <a:pt x="0" y="365208"/>
                  </a:cubicBezTo>
                  <a:lnTo>
                    <a:pt x="0" y="31491"/>
                  </a:lnTo>
                  <a:cubicBezTo>
                    <a:pt x="0" y="23139"/>
                    <a:pt x="3318" y="15129"/>
                    <a:pt x="9223" y="9223"/>
                  </a:cubicBezTo>
                  <a:cubicBezTo>
                    <a:pt x="15129" y="3318"/>
                    <a:pt x="23139" y="0"/>
                    <a:pt x="31491" y="0"/>
                  </a:cubicBezTo>
                  <a:close/>
                </a:path>
              </a:pathLst>
            </a:custGeom>
            <a:solidFill>
              <a:srgbClr val="FF30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302248" cy="444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310093" y="1157193"/>
            <a:ext cx="5864201" cy="4974958"/>
          </a:xfrm>
          <a:custGeom>
            <a:avLst/>
            <a:gdLst/>
            <a:ahLst/>
            <a:cxnLst/>
            <a:rect r="r" b="b" t="t" l="l"/>
            <a:pathLst>
              <a:path h="4974958" w="5864201">
                <a:moveTo>
                  <a:pt x="0" y="0"/>
                </a:moveTo>
                <a:lnTo>
                  <a:pt x="5864202" y="0"/>
                </a:lnTo>
                <a:lnTo>
                  <a:pt x="5864202" y="4974957"/>
                </a:lnTo>
                <a:lnTo>
                  <a:pt x="0" y="4974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638336" y="6434091"/>
            <a:ext cx="5011327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FFFFFF"/>
                </a:solidFill>
                <a:latin typeface="JA Jayagiri Sans"/>
                <a:ea typeface="JA Jayagiri Sans"/>
                <a:cs typeface="JA Jayagiri Sans"/>
                <a:sym typeface="JA Jayagiri Sans"/>
              </a:rPr>
              <a:t>STROKE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4433" y="7843186"/>
            <a:ext cx="657552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Aliran darah yang menuju otak mengalami gangguan atau terhenti.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0"/>
            <a:ext cx="15430500" cy="10287000"/>
          </a:xfrm>
          <a:custGeom>
            <a:avLst/>
            <a:gdLst/>
            <a:ahLst/>
            <a:cxnLst/>
            <a:rect r="r" b="b" t="t" l="l"/>
            <a:pathLst>
              <a:path h="10287000" w="154305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2083" y="674532"/>
            <a:ext cx="6963835" cy="696383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74888" y="6132150"/>
            <a:ext cx="12538224" cy="1506217"/>
            <a:chOff x="0" y="0"/>
            <a:chExt cx="3302248" cy="3966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2248" cy="396699"/>
            </a:xfrm>
            <a:custGeom>
              <a:avLst/>
              <a:gdLst/>
              <a:ahLst/>
              <a:cxnLst/>
              <a:rect r="r" b="b" t="t" l="l"/>
              <a:pathLst>
                <a:path h="396699" w="3302248">
                  <a:moveTo>
                    <a:pt x="31491" y="0"/>
                  </a:moveTo>
                  <a:lnTo>
                    <a:pt x="3270757" y="0"/>
                  </a:lnTo>
                  <a:cubicBezTo>
                    <a:pt x="3279109" y="0"/>
                    <a:pt x="3287119" y="3318"/>
                    <a:pt x="3293025" y="9223"/>
                  </a:cubicBezTo>
                  <a:cubicBezTo>
                    <a:pt x="3298930" y="15129"/>
                    <a:pt x="3302248" y="23139"/>
                    <a:pt x="3302248" y="31491"/>
                  </a:cubicBezTo>
                  <a:lnTo>
                    <a:pt x="3302248" y="365208"/>
                  </a:lnTo>
                  <a:cubicBezTo>
                    <a:pt x="3302248" y="373560"/>
                    <a:pt x="3298930" y="381570"/>
                    <a:pt x="3293025" y="387476"/>
                  </a:cubicBezTo>
                  <a:cubicBezTo>
                    <a:pt x="3287119" y="393381"/>
                    <a:pt x="3279109" y="396699"/>
                    <a:pt x="3270757" y="396699"/>
                  </a:cubicBezTo>
                  <a:lnTo>
                    <a:pt x="31491" y="396699"/>
                  </a:lnTo>
                  <a:cubicBezTo>
                    <a:pt x="23139" y="396699"/>
                    <a:pt x="15129" y="393381"/>
                    <a:pt x="9223" y="387476"/>
                  </a:cubicBezTo>
                  <a:cubicBezTo>
                    <a:pt x="3318" y="381570"/>
                    <a:pt x="0" y="373560"/>
                    <a:pt x="0" y="365208"/>
                  </a:cubicBezTo>
                  <a:lnTo>
                    <a:pt x="0" y="31491"/>
                  </a:lnTo>
                  <a:cubicBezTo>
                    <a:pt x="0" y="23139"/>
                    <a:pt x="3318" y="15129"/>
                    <a:pt x="9223" y="9223"/>
                  </a:cubicBezTo>
                  <a:cubicBezTo>
                    <a:pt x="15129" y="3318"/>
                    <a:pt x="23139" y="0"/>
                    <a:pt x="31491" y="0"/>
                  </a:cubicBezTo>
                  <a:close/>
                </a:path>
              </a:pathLst>
            </a:custGeom>
            <a:solidFill>
              <a:srgbClr val="FF30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302248" cy="444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933061" y="266486"/>
            <a:ext cx="10618266" cy="5865664"/>
          </a:xfrm>
          <a:custGeom>
            <a:avLst/>
            <a:gdLst/>
            <a:ahLst/>
            <a:cxnLst/>
            <a:rect r="r" b="b" t="t" l="l"/>
            <a:pathLst>
              <a:path h="5865664" w="10618266">
                <a:moveTo>
                  <a:pt x="0" y="0"/>
                </a:moveTo>
                <a:lnTo>
                  <a:pt x="10618266" y="0"/>
                </a:lnTo>
                <a:lnTo>
                  <a:pt x="10618266" y="5865664"/>
                </a:lnTo>
                <a:lnTo>
                  <a:pt x="0" y="5865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16868" y="6524918"/>
            <a:ext cx="16250652" cy="78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FFFFFF"/>
                </a:solidFill>
                <a:latin typeface="JA Jayagiri Sans"/>
                <a:ea typeface="JA Jayagiri Sans"/>
                <a:cs typeface="JA Jayagiri Sans"/>
                <a:sym typeface="JA Jayagiri Sans"/>
              </a:rPr>
              <a:t>TEKANAN DARAH TINGGI (HIPERTENSI)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4433" y="7843186"/>
            <a:ext cx="657552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Peningkatan kronis tekanan darah dalam arteri.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5760" y="0"/>
            <a:ext cx="17922240" cy="10501313"/>
          </a:xfrm>
          <a:custGeom>
            <a:avLst/>
            <a:gdLst/>
            <a:ahLst/>
            <a:cxnLst/>
            <a:rect r="r" b="b" t="t" l="l"/>
            <a:pathLst>
              <a:path h="10501313" w="17922240">
                <a:moveTo>
                  <a:pt x="0" y="0"/>
                </a:moveTo>
                <a:lnTo>
                  <a:pt x="17922240" y="0"/>
                </a:lnTo>
                <a:lnTo>
                  <a:pt x="17922240" y="10501313"/>
                </a:lnTo>
                <a:lnTo>
                  <a:pt x="0" y="10501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2083" y="674532"/>
            <a:ext cx="6963835" cy="696383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7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74888" y="6132150"/>
            <a:ext cx="12538224" cy="1506217"/>
            <a:chOff x="0" y="0"/>
            <a:chExt cx="3302248" cy="3966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2248" cy="396699"/>
            </a:xfrm>
            <a:custGeom>
              <a:avLst/>
              <a:gdLst/>
              <a:ahLst/>
              <a:cxnLst/>
              <a:rect r="r" b="b" t="t" l="l"/>
              <a:pathLst>
                <a:path h="396699" w="3302248">
                  <a:moveTo>
                    <a:pt x="31491" y="0"/>
                  </a:moveTo>
                  <a:lnTo>
                    <a:pt x="3270757" y="0"/>
                  </a:lnTo>
                  <a:cubicBezTo>
                    <a:pt x="3279109" y="0"/>
                    <a:pt x="3287119" y="3318"/>
                    <a:pt x="3293025" y="9223"/>
                  </a:cubicBezTo>
                  <a:cubicBezTo>
                    <a:pt x="3298930" y="15129"/>
                    <a:pt x="3302248" y="23139"/>
                    <a:pt x="3302248" y="31491"/>
                  </a:cubicBezTo>
                  <a:lnTo>
                    <a:pt x="3302248" y="365208"/>
                  </a:lnTo>
                  <a:cubicBezTo>
                    <a:pt x="3302248" y="373560"/>
                    <a:pt x="3298930" y="381570"/>
                    <a:pt x="3293025" y="387476"/>
                  </a:cubicBezTo>
                  <a:cubicBezTo>
                    <a:pt x="3287119" y="393381"/>
                    <a:pt x="3279109" y="396699"/>
                    <a:pt x="3270757" y="396699"/>
                  </a:cubicBezTo>
                  <a:lnTo>
                    <a:pt x="31491" y="396699"/>
                  </a:lnTo>
                  <a:cubicBezTo>
                    <a:pt x="23139" y="396699"/>
                    <a:pt x="15129" y="393381"/>
                    <a:pt x="9223" y="387476"/>
                  </a:cubicBezTo>
                  <a:cubicBezTo>
                    <a:pt x="3318" y="381570"/>
                    <a:pt x="0" y="373560"/>
                    <a:pt x="0" y="365208"/>
                  </a:cubicBezTo>
                  <a:lnTo>
                    <a:pt x="0" y="31491"/>
                  </a:lnTo>
                  <a:cubicBezTo>
                    <a:pt x="0" y="23139"/>
                    <a:pt x="3318" y="15129"/>
                    <a:pt x="9223" y="9223"/>
                  </a:cubicBezTo>
                  <a:cubicBezTo>
                    <a:pt x="15129" y="3318"/>
                    <a:pt x="23139" y="0"/>
                    <a:pt x="31491" y="0"/>
                  </a:cubicBezTo>
                  <a:close/>
                </a:path>
              </a:pathLst>
            </a:custGeom>
            <a:solidFill>
              <a:srgbClr val="FF30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302248" cy="444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180834" y="674532"/>
            <a:ext cx="8122720" cy="5420097"/>
          </a:xfrm>
          <a:custGeom>
            <a:avLst/>
            <a:gdLst/>
            <a:ahLst/>
            <a:cxnLst/>
            <a:rect r="r" b="b" t="t" l="l"/>
            <a:pathLst>
              <a:path h="5420097" w="8122720">
                <a:moveTo>
                  <a:pt x="0" y="0"/>
                </a:moveTo>
                <a:lnTo>
                  <a:pt x="8122720" y="0"/>
                </a:lnTo>
                <a:lnTo>
                  <a:pt x="8122720" y="5420097"/>
                </a:lnTo>
                <a:lnTo>
                  <a:pt x="0" y="5420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77653" y="6434091"/>
            <a:ext cx="9249478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>
                <a:solidFill>
                  <a:srgbClr val="FFFFFF"/>
                </a:solidFill>
                <a:latin typeface="JA Jayagiri Sans"/>
                <a:ea typeface="JA Jayagiri Sans"/>
                <a:cs typeface="JA Jayagiri Sans"/>
                <a:sym typeface="JA Jayagiri Sans"/>
              </a:rPr>
              <a:t>ATEREOSKLEROSIS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4433" y="7843186"/>
            <a:ext cx="657552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Penumpukan plak (lemak, kolesterol, dan zat lain) pada dinding arteri.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005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2083" y="674532"/>
            <a:ext cx="6963835" cy="696383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7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74888" y="6132150"/>
            <a:ext cx="12538224" cy="1506217"/>
            <a:chOff x="0" y="0"/>
            <a:chExt cx="3302248" cy="3966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2248" cy="396699"/>
            </a:xfrm>
            <a:custGeom>
              <a:avLst/>
              <a:gdLst/>
              <a:ahLst/>
              <a:cxnLst/>
              <a:rect r="r" b="b" t="t" l="l"/>
              <a:pathLst>
                <a:path h="396699" w="3302248">
                  <a:moveTo>
                    <a:pt x="31491" y="0"/>
                  </a:moveTo>
                  <a:lnTo>
                    <a:pt x="3270757" y="0"/>
                  </a:lnTo>
                  <a:cubicBezTo>
                    <a:pt x="3279109" y="0"/>
                    <a:pt x="3287119" y="3318"/>
                    <a:pt x="3293025" y="9223"/>
                  </a:cubicBezTo>
                  <a:cubicBezTo>
                    <a:pt x="3298930" y="15129"/>
                    <a:pt x="3302248" y="23139"/>
                    <a:pt x="3302248" y="31491"/>
                  </a:cubicBezTo>
                  <a:lnTo>
                    <a:pt x="3302248" y="365208"/>
                  </a:lnTo>
                  <a:cubicBezTo>
                    <a:pt x="3302248" y="373560"/>
                    <a:pt x="3298930" y="381570"/>
                    <a:pt x="3293025" y="387476"/>
                  </a:cubicBezTo>
                  <a:cubicBezTo>
                    <a:pt x="3287119" y="393381"/>
                    <a:pt x="3279109" y="396699"/>
                    <a:pt x="3270757" y="396699"/>
                  </a:cubicBezTo>
                  <a:lnTo>
                    <a:pt x="31491" y="396699"/>
                  </a:lnTo>
                  <a:cubicBezTo>
                    <a:pt x="23139" y="396699"/>
                    <a:pt x="15129" y="393381"/>
                    <a:pt x="9223" y="387476"/>
                  </a:cubicBezTo>
                  <a:cubicBezTo>
                    <a:pt x="3318" y="381570"/>
                    <a:pt x="0" y="373560"/>
                    <a:pt x="0" y="365208"/>
                  </a:cubicBezTo>
                  <a:lnTo>
                    <a:pt x="0" y="31491"/>
                  </a:lnTo>
                  <a:cubicBezTo>
                    <a:pt x="0" y="23139"/>
                    <a:pt x="3318" y="15129"/>
                    <a:pt x="9223" y="9223"/>
                  </a:cubicBezTo>
                  <a:cubicBezTo>
                    <a:pt x="15129" y="3318"/>
                    <a:pt x="23139" y="0"/>
                    <a:pt x="31491" y="0"/>
                  </a:cubicBezTo>
                  <a:close/>
                </a:path>
              </a:pathLst>
            </a:custGeom>
            <a:solidFill>
              <a:srgbClr val="FF30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302248" cy="444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316041" y="435001"/>
            <a:ext cx="7655918" cy="5697150"/>
          </a:xfrm>
          <a:custGeom>
            <a:avLst/>
            <a:gdLst/>
            <a:ahLst/>
            <a:cxnLst/>
            <a:rect r="r" b="b" t="t" l="l"/>
            <a:pathLst>
              <a:path h="5697150" w="7655918">
                <a:moveTo>
                  <a:pt x="0" y="0"/>
                </a:moveTo>
                <a:lnTo>
                  <a:pt x="7655918" y="0"/>
                </a:lnTo>
                <a:lnTo>
                  <a:pt x="7655918" y="5697149"/>
                </a:lnTo>
                <a:lnTo>
                  <a:pt x="0" y="5697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17570" y="6434091"/>
            <a:ext cx="9249249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>
                <a:solidFill>
                  <a:srgbClr val="FFFFFF"/>
                </a:solidFill>
                <a:latin typeface="JA Jayagiri Sans"/>
                <a:ea typeface="JA Jayagiri Sans"/>
                <a:cs typeface="JA Jayagiri Sans"/>
                <a:sym typeface="JA Jayagiri Sans"/>
              </a:rPr>
              <a:t>SERANGAN JANTUNG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4433" y="7843186"/>
            <a:ext cx="657552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Aliran atau pasokan darah yang menuju otot jantung terhenti.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2083" y="674532"/>
            <a:ext cx="6963835" cy="696383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7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74888" y="6132150"/>
            <a:ext cx="12538224" cy="1506217"/>
            <a:chOff x="0" y="0"/>
            <a:chExt cx="3302248" cy="3966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2248" cy="396699"/>
            </a:xfrm>
            <a:custGeom>
              <a:avLst/>
              <a:gdLst/>
              <a:ahLst/>
              <a:cxnLst/>
              <a:rect r="r" b="b" t="t" l="l"/>
              <a:pathLst>
                <a:path h="396699" w="3302248">
                  <a:moveTo>
                    <a:pt x="31491" y="0"/>
                  </a:moveTo>
                  <a:lnTo>
                    <a:pt x="3270757" y="0"/>
                  </a:lnTo>
                  <a:cubicBezTo>
                    <a:pt x="3279109" y="0"/>
                    <a:pt x="3287119" y="3318"/>
                    <a:pt x="3293025" y="9223"/>
                  </a:cubicBezTo>
                  <a:cubicBezTo>
                    <a:pt x="3298930" y="15129"/>
                    <a:pt x="3302248" y="23139"/>
                    <a:pt x="3302248" y="31491"/>
                  </a:cubicBezTo>
                  <a:lnTo>
                    <a:pt x="3302248" y="365208"/>
                  </a:lnTo>
                  <a:cubicBezTo>
                    <a:pt x="3302248" y="373560"/>
                    <a:pt x="3298930" y="381570"/>
                    <a:pt x="3293025" y="387476"/>
                  </a:cubicBezTo>
                  <a:cubicBezTo>
                    <a:pt x="3287119" y="393381"/>
                    <a:pt x="3279109" y="396699"/>
                    <a:pt x="3270757" y="396699"/>
                  </a:cubicBezTo>
                  <a:lnTo>
                    <a:pt x="31491" y="396699"/>
                  </a:lnTo>
                  <a:cubicBezTo>
                    <a:pt x="23139" y="396699"/>
                    <a:pt x="15129" y="393381"/>
                    <a:pt x="9223" y="387476"/>
                  </a:cubicBezTo>
                  <a:cubicBezTo>
                    <a:pt x="3318" y="381570"/>
                    <a:pt x="0" y="373560"/>
                    <a:pt x="0" y="365208"/>
                  </a:cubicBezTo>
                  <a:lnTo>
                    <a:pt x="0" y="31491"/>
                  </a:lnTo>
                  <a:cubicBezTo>
                    <a:pt x="0" y="23139"/>
                    <a:pt x="3318" y="15129"/>
                    <a:pt x="9223" y="9223"/>
                  </a:cubicBezTo>
                  <a:cubicBezTo>
                    <a:pt x="15129" y="3318"/>
                    <a:pt x="23139" y="0"/>
                    <a:pt x="31491" y="0"/>
                  </a:cubicBezTo>
                  <a:close/>
                </a:path>
              </a:pathLst>
            </a:custGeom>
            <a:solidFill>
              <a:srgbClr val="FF30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302248" cy="444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917999" y="674532"/>
            <a:ext cx="8127105" cy="5457618"/>
          </a:xfrm>
          <a:custGeom>
            <a:avLst/>
            <a:gdLst/>
            <a:ahLst/>
            <a:cxnLst/>
            <a:rect r="r" b="b" t="t" l="l"/>
            <a:pathLst>
              <a:path h="5457618" w="8127105">
                <a:moveTo>
                  <a:pt x="0" y="0"/>
                </a:moveTo>
                <a:lnTo>
                  <a:pt x="8127105" y="0"/>
                </a:lnTo>
                <a:lnTo>
                  <a:pt x="8127105" y="5457618"/>
                </a:lnTo>
                <a:lnTo>
                  <a:pt x="0" y="5457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876083" y="6434091"/>
            <a:ext cx="5035366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FFFFFF"/>
                </a:solidFill>
                <a:latin typeface="JA Jayagiri Sans"/>
                <a:ea typeface="JA Jayagiri Sans"/>
                <a:cs typeface="JA Jayagiri Sans"/>
                <a:sym typeface="JA Jayagiri Sans"/>
              </a:rPr>
              <a:t>VARISES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12377" y="7868770"/>
            <a:ext cx="626324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Pelebaran pembuluh vena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65747" y="0"/>
            <a:ext cx="10356507" cy="10287000"/>
          </a:xfrm>
          <a:custGeom>
            <a:avLst/>
            <a:gdLst/>
            <a:ahLst/>
            <a:cxnLst/>
            <a:rect r="r" b="b" t="t" l="l"/>
            <a:pathLst>
              <a:path h="10287000" w="10356507">
                <a:moveTo>
                  <a:pt x="0" y="0"/>
                </a:moveTo>
                <a:lnTo>
                  <a:pt x="10356506" y="0"/>
                </a:lnTo>
                <a:lnTo>
                  <a:pt x="103565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0"/>
            <a:ext cx="15430500" cy="10287000"/>
          </a:xfrm>
          <a:custGeom>
            <a:avLst/>
            <a:gdLst/>
            <a:ahLst/>
            <a:cxnLst/>
            <a:rect r="r" b="b" t="t" l="l"/>
            <a:pathLst>
              <a:path h="10287000" w="154305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74888" y="6132150"/>
            <a:ext cx="12538224" cy="1506217"/>
            <a:chOff x="0" y="0"/>
            <a:chExt cx="3302248" cy="3966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02248" cy="396699"/>
            </a:xfrm>
            <a:custGeom>
              <a:avLst/>
              <a:gdLst/>
              <a:ahLst/>
              <a:cxnLst/>
              <a:rect r="r" b="b" t="t" l="l"/>
              <a:pathLst>
                <a:path h="396699" w="3302248">
                  <a:moveTo>
                    <a:pt x="31491" y="0"/>
                  </a:moveTo>
                  <a:lnTo>
                    <a:pt x="3270757" y="0"/>
                  </a:lnTo>
                  <a:cubicBezTo>
                    <a:pt x="3279109" y="0"/>
                    <a:pt x="3287119" y="3318"/>
                    <a:pt x="3293025" y="9223"/>
                  </a:cubicBezTo>
                  <a:cubicBezTo>
                    <a:pt x="3298930" y="15129"/>
                    <a:pt x="3302248" y="23139"/>
                    <a:pt x="3302248" y="31491"/>
                  </a:cubicBezTo>
                  <a:lnTo>
                    <a:pt x="3302248" y="365208"/>
                  </a:lnTo>
                  <a:cubicBezTo>
                    <a:pt x="3302248" y="373560"/>
                    <a:pt x="3298930" y="381570"/>
                    <a:pt x="3293025" y="387476"/>
                  </a:cubicBezTo>
                  <a:cubicBezTo>
                    <a:pt x="3287119" y="393381"/>
                    <a:pt x="3279109" y="396699"/>
                    <a:pt x="3270757" y="396699"/>
                  </a:cubicBezTo>
                  <a:lnTo>
                    <a:pt x="31491" y="396699"/>
                  </a:lnTo>
                  <a:cubicBezTo>
                    <a:pt x="23139" y="396699"/>
                    <a:pt x="15129" y="393381"/>
                    <a:pt x="9223" y="387476"/>
                  </a:cubicBezTo>
                  <a:cubicBezTo>
                    <a:pt x="3318" y="381570"/>
                    <a:pt x="0" y="373560"/>
                    <a:pt x="0" y="365208"/>
                  </a:cubicBezTo>
                  <a:lnTo>
                    <a:pt x="0" y="31491"/>
                  </a:lnTo>
                  <a:cubicBezTo>
                    <a:pt x="0" y="23139"/>
                    <a:pt x="3318" y="15129"/>
                    <a:pt x="9223" y="9223"/>
                  </a:cubicBezTo>
                  <a:cubicBezTo>
                    <a:pt x="15129" y="3318"/>
                    <a:pt x="23139" y="0"/>
                    <a:pt x="31491" y="0"/>
                  </a:cubicBezTo>
                  <a:close/>
                </a:path>
              </a:pathLst>
            </a:custGeom>
            <a:solidFill>
              <a:srgbClr val="FF303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302248" cy="444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593511" y="-390503"/>
            <a:ext cx="11100978" cy="6227378"/>
          </a:xfrm>
          <a:custGeom>
            <a:avLst/>
            <a:gdLst/>
            <a:ahLst/>
            <a:cxnLst/>
            <a:rect r="r" b="b" t="t" l="l"/>
            <a:pathLst>
              <a:path h="6227378" w="11100978">
                <a:moveTo>
                  <a:pt x="0" y="0"/>
                </a:moveTo>
                <a:lnTo>
                  <a:pt x="11100978" y="0"/>
                </a:lnTo>
                <a:lnTo>
                  <a:pt x="11100978" y="6227378"/>
                </a:lnTo>
                <a:lnTo>
                  <a:pt x="0" y="6227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16791" y="6434091"/>
            <a:ext cx="5654418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FFFFFF"/>
                </a:solidFill>
                <a:latin typeface="JA Jayagiri Sans"/>
                <a:ea typeface="JA Jayagiri Sans"/>
                <a:cs typeface="JA Jayagiri Sans"/>
                <a:sym typeface="JA Jayagiri Sans"/>
              </a:rPr>
              <a:t>HEMOFILIA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12377" y="7868770"/>
            <a:ext cx="626324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Darah sulit membeku.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0"/>
            <a:ext cx="15430500" cy="10287000"/>
          </a:xfrm>
          <a:custGeom>
            <a:avLst/>
            <a:gdLst/>
            <a:ahLst/>
            <a:cxnLst/>
            <a:rect r="r" b="b" t="t" l="l"/>
            <a:pathLst>
              <a:path h="10287000" w="154305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7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2083" y="674532"/>
            <a:ext cx="6963835" cy="696383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74888" y="6132150"/>
            <a:ext cx="12538224" cy="1506217"/>
            <a:chOff x="0" y="0"/>
            <a:chExt cx="3302248" cy="3966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02248" cy="396699"/>
            </a:xfrm>
            <a:custGeom>
              <a:avLst/>
              <a:gdLst/>
              <a:ahLst/>
              <a:cxnLst/>
              <a:rect r="r" b="b" t="t" l="l"/>
              <a:pathLst>
                <a:path h="396699" w="3302248">
                  <a:moveTo>
                    <a:pt x="31491" y="0"/>
                  </a:moveTo>
                  <a:lnTo>
                    <a:pt x="3270757" y="0"/>
                  </a:lnTo>
                  <a:cubicBezTo>
                    <a:pt x="3279109" y="0"/>
                    <a:pt x="3287119" y="3318"/>
                    <a:pt x="3293025" y="9223"/>
                  </a:cubicBezTo>
                  <a:cubicBezTo>
                    <a:pt x="3298930" y="15129"/>
                    <a:pt x="3302248" y="23139"/>
                    <a:pt x="3302248" y="31491"/>
                  </a:cubicBezTo>
                  <a:lnTo>
                    <a:pt x="3302248" y="365208"/>
                  </a:lnTo>
                  <a:cubicBezTo>
                    <a:pt x="3302248" y="373560"/>
                    <a:pt x="3298930" y="381570"/>
                    <a:pt x="3293025" y="387476"/>
                  </a:cubicBezTo>
                  <a:cubicBezTo>
                    <a:pt x="3287119" y="393381"/>
                    <a:pt x="3279109" y="396699"/>
                    <a:pt x="3270757" y="396699"/>
                  </a:cubicBezTo>
                  <a:lnTo>
                    <a:pt x="31491" y="396699"/>
                  </a:lnTo>
                  <a:cubicBezTo>
                    <a:pt x="23139" y="396699"/>
                    <a:pt x="15129" y="393381"/>
                    <a:pt x="9223" y="387476"/>
                  </a:cubicBezTo>
                  <a:cubicBezTo>
                    <a:pt x="3318" y="381570"/>
                    <a:pt x="0" y="373560"/>
                    <a:pt x="0" y="365208"/>
                  </a:cubicBezTo>
                  <a:lnTo>
                    <a:pt x="0" y="31491"/>
                  </a:lnTo>
                  <a:cubicBezTo>
                    <a:pt x="0" y="23139"/>
                    <a:pt x="3318" y="15129"/>
                    <a:pt x="9223" y="9223"/>
                  </a:cubicBezTo>
                  <a:cubicBezTo>
                    <a:pt x="15129" y="3318"/>
                    <a:pt x="23139" y="0"/>
                    <a:pt x="31491" y="0"/>
                  </a:cubicBezTo>
                  <a:close/>
                </a:path>
              </a:pathLst>
            </a:custGeom>
            <a:solidFill>
              <a:srgbClr val="FF30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302248" cy="444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017518" y="674532"/>
            <a:ext cx="8252964" cy="5412270"/>
          </a:xfrm>
          <a:custGeom>
            <a:avLst/>
            <a:gdLst/>
            <a:ahLst/>
            <a:cxnLst/>
            <a:rect r="r" b="b" t="t" l="l"/>
            <a:pathLst>
              <a:path h="5412270" w="8252964">
                <a:moveTo>
                  <a:pt x="0" y="0"/>
                </a:moveTo>
                <a:lnTo>
                  <a:pt x="8252964" y="0"/>
                </a:lnTo>
                <a:lnTo>
                  <a:pt x="8252964" y="5412270"/>
                </a:lnTo>
                <a:lnTo>
                  <a:pt x="0" y="5412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744318" y="6434620"/>
            <a:ext cx="5719319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FFFFFF"/>
                </a:solidFill>
                <a:latin typeface="JA Jayagiri Sans"/>
                <a:ea typeface="JA Jayagiri Sans"/>
                <a:cs typeface="JA Jayagiri Sans"/>
                <a:sym typeface="JA Jayagiri Sans"/>
              </a:rPr>
              <a:t>ANEMIA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00392" y="7925174"/>
            <a:ext cx="6263246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Jumlah sel darah merah yang mengangkut oksigen berkurang/ rendah.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03314" y="4268669"/>
            <a:ext cx="10203790" cy="1569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22"/>
              </a:lnSpc>
            </a:pPr>
            <a:r>
              <a:rPr lang="en-US" sz="9087">
                <a:solidFill>
                  <a:srgbClr val="FF3131"/>
                </a:solidFill>
                <a:latin typeface="JA Jayagiri Sans"/>
                <a:ea typeface="JA Jayagiri Sans"/>
                <a:cs typeface="JA Jayagiri Sans"/>
                <a:sym typeface="JA Jayagiri Sans"/>
              </a:rPr>
              <a:t>TERIMA KASIH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77468" y="5761157"/>
            <a:ext cx="853315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“Mari selalu menjaga kesehatan tubuh”.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288011" y="-1106644"/>
            <a:ext cx="20575714" cy="3011023"/>
            <a:chOff x="0" y="0"/>
            <a:chExt cx="5419118" cy="7930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19118" cy="793027"/>
            </a:xfrm>
            <a:custGeom>
              <a:avLst/>
              <a:gdLst/>
              <a:ahLst/>
              <a:cxnLst/>
              <a:rect r="r" b="b" t="t" l="l"/>
              <a:pathLst>
                <a:path h="793027" w="5419118">
                  <a:moveTo>
                    <a:pt x="19190" y="0"/>
                  </a:moveTo>
                  <a:lnTo>
                    <a:pt x="5399929" y="0"/>
                  </a:lnTo>
                  <a:cubicBezTo>
                    <a:pt x="5410527" y="0"/>
                    <a:pt x="5419118" y="8591"/>
                    <a:pt x="5419118" y="19190"/>
                  </a:cubicBezTo>
                  <a:lnTo>
                    <a:pt x="5419118" y="773837"/>
                  </a:lnTo>
                  <a:cubicBezTo>
                    <a:pt x="5419118" y="784435"/>
                    <a:pt x="5410527" y="793027"/>
                    <a:pt x="5399929" y="793027"/>
                  </a:cubicBezTo>
                  <a:lnTo>
                    <a:pt x="19190" y="793027"/>
                  </a:lnTo>
                  <a:cubicBezTo>
                    <a:pt x="8591" y="793027"/>
                    <a:pt x="0" y="784435"/>
                    <a:pt x="0" y="773837"/>
                  </a:cubicBezTo>
                  <a:lnTo>
                    <a:pt x="0" y="19190"/>
                  </a:lnTo>
                  <a:cubicBezTo>
                    <a:pt x="0" y="8591"/>
                    <a:pt x="8591" y="0"/>
                    <a:pt x="19190" y="0"/>
                  </a:cubicBezTo>
                  <a:close/>
                </a:path>
              </a:pathLst>
            </a:custGeom>
            <a:solidFill>
              <a:srgbClr val="FFB7B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19118" cy="84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275850">
            <a:off x="579581" y="256131"/>
            <a:ext cx="1125808" cy="1066447"/>
          </a:xfrm>
          <a:custGeom>
            <a:avLst/>
            <a:gdLst/>
            <a:ahLst/>
            <a:cxnLst/>
            <a:rect r="r" b="b" t="t" l="l"/>
            <a:pathLst>
              <a:path h="1066447" w="1125808">
                <a:moveTo>
                  <a:pt x="0" y="0"/>
                </a:moveTo>
                <a:lnTo>
                  <a:pt x="1125808" y="0"/>
                </a:lnTo>
                <a:lnTo>
                  <a:pt x="1125808" y="1066447"/>
                </a:lnTo>
                <a:lnTo>
                  <a:pt x="0" y="1066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67343">
            <a:off x="2193366" y="330562"/>
            <a:ext cx="949800" cy="956978"/>
          </a:xfrm>
          <a:custGeom>
            <a:avLst/>
            <a:gdLst/>
            <a:ahLst/>
            <a:cxnLst/>
            <a:rect r="r" b="b" t="t" l="l"/>
            <a:pathLst>
              <a:path h="956978" w="949800">
                <a:moveTo>
                  <a:pt x="0" y="0"/>
                </a:moveTo>
                <a:lnTo>
                  <a:pt x="949800" y="0"/>
                </a:lnTo>
                <a:lnTo>
                  <a:pt x="949800" y="956978"/>
                </a:lnTo>
                <a:lnTo>
                  <a:pt x="0" y="9569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938037">
            <a:off x="3620913" y="420991"/>
            <a:ext cx="1178368" cy="920600"/>
          </a:xfrm>
          <a:custGeom>
            <a:avLst/>
            <a:gdLst/>
            <a:ahLst/>
            <a:cxnLst/>
            <a:rect r="r" b="b" t="t" l="l"/>
            <a:pathLst>
              <a:path h="920600" w="1178368">
                <a:moveTo>
                  <a:pt x="0" y="0"/>
                </a:moveTo>
                <a:lnTo>
                  <a:pt x="1178368" y="0"/>
                </a:lnTo>
                <a:lnTo>
                  <a:pt x="1178368" y="920601"/>
                </a:lnTo>
                <a:lnTo>
                  <a:pt x="0" y="920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96610">
            <a:off x="5413908" y="319222"/>
            <a:ext cx="656371" cy="979658"/>
          </a:xfrm>
          <a:custGeom>
            <a:avLst/>
            <a:gdLst/>
            <a:ahLst/>
            <a:cxnLst/>
            <a:rect r="r" b="b" t="t" l="l"/>
            <a:pathLst>
              <a:path h="979658" w="656371">
                <a:moveTo>
                  <a:pt x="0" y="0"/>
                </a:moveTo>
                <a:lnTo>
                  <a:pt x="656371" y="0"/>
                </a:lnTo>
                <a:lnTo>
                  <a:pt x="656371" y="979658"/>
                </a:lnTo>
                <a:lnTo>
                  <a:pt x="0" y="9796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56481">
            <a:off x="7807077" y="336959"/>
            <a:ext cx="1124030" cy="944185"/>
          </a:xfrm>
          <a:custGeom>
            <a:avLst/>
            <a:gdLst/>
            <a:ahLst/>
            <a:cxnLst/>
            <a:rect r="r" b="b" t="t" l="l"/>
            <a:pathLst>
              <a:path h="944185" w="1124030">
                <a:moveTo>
                  <a:pt x="0" y="0"/>
                </a:moveTo>
                <a:lnTo>
                  <a:pt x="1124030" y="0"/>
                </a:lnTo>
                <a:lnTo>
                  <a:pt x="1124030" y="944185"/>
                </a:lnTo>
                <a:lnTo>
                  <a:pt x="0" y="9441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6538237" y="398867"/>
            <a:ext cx="964849" cy="964849"/>
          </a:xfrm>
          <a:custGeom>
            <a:avLst/>
            <a:gdLst/>
            <a:ahLst/>
            <a:cxnLst/>
            <a:rect r="r" b="b" t="t" l="l"/>
            <a:pathLst>
              <a:path h="964849" w="964849">
                <a:moveTo>
                  <a:pt x="964848" y="0"/>
                </a:moveTo>
                <a:lnTo>
                  <a:pt x="0" y="0"/>
                </a:lnTo>
                <a:lnTo>
                  <a:pt x="0" y="964849"/>
                </a:lnTo>
                <a:lnTo>
                  <a:pt x="964848" y="964849"/>
                </a:lnTo>
                <a:lnTo>
                  <a:pt x="964848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275850">
            <a:off x="9499104" y="256131"/>
            <a:ext cx="1125808" cy="1066447"/>
          </a:xfrm>
          <a:custGeom>
            <a:avLst/>
            <a:gdLst/>
            <a:ahLst/>
            <a:cxnLst/>
            <a:rect r="r" b="b" t="t" l="l"/>
            <a:pathLst>
              <a:path h="1066447" w="1125808">
                <a:moveTo>
                  <a:pt x="0" y="0"/>
                </a:moveTo>
                <a:lnTo>
                  <a:pt x="1125808" y="0"/>
                </a:lnTo>
                <a:lnTo>
                  <a:pt x="1125808" y="1066447"/>
                </a:lnTo>
                <a:lnTo>
                  <a:pt x="0" y="1066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767343">
            <a:off x="11112889" y="330562"/>
            <a:ext cx="949800" cy="956978"/>
          </a:xfrm>
          <a:custGeom>
            <a:avLst/>
            <a:gdLst/>
            <a:ahLst/>
            <a:cxnLst/>
            <a:rect r="r" b="b" t="t" l="l"/>
            <a:pathLst>
              <a:path h="956978" w="949800">
                <a:moveTo>
                  <a:pt x="0" y="0"/>
                </a:moveTo>
                <a:lnTo>
                  <a:pt x="949800" y="0"/>
                </a:lnTo>
                <a:lnTo>
                  <a:pt x="949800" y="956978"/>
                </a:lnTo>
                <a:lnTo>
                  <a:pt x="0" y="9569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2938037">
            <a:off x="12540436" y="420991"/>
            <a:ext cx="1178368" cy="920600"/>
          </a:xfrm>
          <a:custGeom>
            <a:avLst/>
            <a:gdLst/>
            <a:ahLst/>
            <a:cxnLst/>
            <a:rect r="r" b="b" t="t" l="l"/>
            <a:pathLst>
              <a:path h="920600" w="1178368">
                <a:moveTo>
                  <a:pt x="0" y="0"/>
                </a:moveTo>
                <a:lnTo>
                  <a:pt x="1178368" y="0"/>
                </a:lnTo>
                <a:lnTo>
                  <a:pt x="1178368" y="920601"/>
                </a:lnTo>
                <a:lnTo>
                  <a:pt x="0" y="920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996610">
            <a:off x="14333431" y="319222"/>
            <a:ext cx="656371" cy="979658"/>
          </a:xfrm>
          <a:custGeom>
            <a:avLst/>
            <a:gdLst/>
            <a:ahLst/>
            <a:cxnLst/>
            <a:rect r="r" b="b" t="t" l="l"/>
            <a:pathLst>
              <a:path h="979658" w="656371">
                <a:moveTo>
                  <a:pt x="0" y="0"/>
                </a:moveTo>
                <a:lnTo>
                  <a:pt x="656371" y="0"/>
                </a:lnTo>
                <a:lnTo>
                  <a:pt x="656371" y="979658"/>
                </a:lnTo>
                <a:lnTo>
                  <a:pt x="0" y="9796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56481">
            <a:off x="16726600" y="336959"/>
            <a:ext cx="1124030" cy="944185"/>
          </a:xfrm>
          <a:custGeom>
            <a:avLst/>
            <a:gdLst/>
            <a:ahLst/>
            <a:cxnLst/>
            <a:rect r="r" b="b" t="t" l="l"/>
            <a:pathLst>
              <a:path h="944185" w="1124030">
                <a:moveTo>
                  <a:pt x="0" y="0"/>
                </a:moveTo>
                <a:lnTo>
                  <a:pt x="1124030" y="0"/>
                </a:lnTo>
                <a:lnTo>
                  <a:pt x="1124030" y="944185"/>
                </a:lnTo>
                <a:lnTo>
                  <a:pt x="0" y="9441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5457760" y="398867"/>
            <a:ext cx="964849" cy="964849"/>
          </a:xfrm>
          <a:custGeom>
            <a:avLst/>
            <a:gdLst/>
            <a:ahLst/>
            <a:cxnLst/>
            <a:rect r="r" b="b" t="t" l="l"/>
            <a:pathLst>
              <a:path h="964849" w="964849">
                <a:moveTo>
                  <a:pt x="964848" y="0"/>
                </a:moveTo>
                <a:lnTo>
                  <a:pt x="0" y="0"/>
                </a:lnTo>
                <a:lnTo>
                  <a:pt x="0" y="964849"/>
                </a:lnTo>
                <a:lnTo>
                  <a:pt x="964848" y="964849"/>
                </a:lnTo>
                <a:lnTo>
                  <a:pt x="964848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-943813" y="9889606"/>
            <a:ext cx="20575714" cy="3011023"/>
            <a:chOff x="0" y="0"/>
            <a:chExt cx="5419118" cy="7930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19118" cy="793027"/>
            </a:xfrm>
            <a:custGeom>
              <a:avLst/>
              <a:gdLst/>
              <a:ahLst/>
              <a:cxnLst/>
              <a:rect r="r" b="b" t="t" l="l"/>
              <a:pathLst>
                <a:path h="793027" w="5419118">
                  <a:moveTo>
                    <a:pt x="19190" y="0"/>
                  </a:moveTo>
                  <a:lnTo>
                    <a:pt x="5399929" y="0"/>
                  </a:lnTo>
                  <a:cubicBezTo>
                    <a:pt x="5410527" y="0"/>
                    <a:pt x="5419118" y="8591"/>
                    <a:pt x="5419118" y="19190"/>
                  </a:cubicBezTo>
                  <a:lnTo>
                    <a:pt x="5419118" y="773837"/>
                  </a:lnTo>
                  <a:cubicBezTo>
                    <a:pt x="5419118" y="784435"/>
                    <a:pt x="5410527" y="793027"/>
                    <a:pt x="5399929" y="793027"/>
                  </a:cubicBezTo>
                  <a:lnTo>
                    <a:pt x="19190" y="793027"/>
                  </a:lnTo>
                  <a:cubicBezTo>
                    <a:pt x="8591" y="793027"/>
                    <a:pt x="0" y="784435"/>
                    <a:pt x="0" y="773837"/>
                  </a:cubicBezTo>
                  <a:lnTo>
                    <a:pt x="0" y="19190"/>
                  </a:lnTo>
                  <a:cubicBezTo>
                    <a:pt x="0" y="8591"/>
                    <a:pt x="8591" y="0"/>
                    <a:pt x="19190" y="0"/>
                  </a:cubicBezTo>
                  <a:close/>
                </a:path>
              </a:pathLst>
            </a:custGeom>
            <a:solidFill>
              <a:srgbClr val="FF303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5419118" cy="84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DAHRboYdWSo</dc:identifier>
  <dcterms:modified xsi:type="dcterms:W3CDTF">2011-08-01T06:04:30Z</dcterms:modified>
  <cp:revision>1</cp:revision>
  <dc:title>Gangguan SPD</dc:title>
</cp:coreProperties>
</file>