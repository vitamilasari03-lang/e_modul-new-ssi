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Jua" panose="020B0604020202020204" charset="-127"/>
      <p:regular r:id="rId12"/>
    </p:embeddedFont>
    <p:embeddedFont>
      <p:font typeface="Londrina Solid" panose="020B0604020202020204" charset="0"/>
      <p:regular r:id="rId13"/>
    </p:embeddedFont>
    <p:embeddedFont>
      <p:font typeface="Playpen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3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082136" y="501188"/>
            <a:ext cx="12123729" cy="7164021"/>
          </a:xfrm>
          <a:custGeom>
            <a:avLst/>
            <a:gdLst/>
            <a:ahLst/>
            <a:cxnLst/>
            <a:rect l="l" t="t" r="r" b="b"/>
            <a:pathLst>
              <a:path w="12123729" h="7164021">
                <a:moveTo>
                  <a:pt x="0" y="0"/>
                </a:moveTo>
                <a:lnTo>
                  <a:pt x="12123728" y="0"/>
                </a:lnTo>
                <a:lnTo>
                  <a:pt x="12123728" y="7164021"/>
                </a:lnTo>
                <a:lnTo>
                  <a:pt x="0" y="716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279129" y="221140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1" y="0"/>
                </a:lnTo>
                <a:lnTo>
                  <a:pt x="3388581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44942" y="-408284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1" y="0"/>
                </a:lnTo>
                <a:lnTo>
                  <a:pt x="3388581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32069" y="6931951"/>
            <a:ext cx="5007905" cy="733258"/>
            <a:chOff x="0" y="0"/>
            <a:chExt cx="2005453" cy="2936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5454" cy="293639"/>
            </a:xfrm>
            <a:custGeom>
              <a:avLst/>
              <a:gdLst/>
              <a:ahLst/>
              <a:cxnLst/>
              <a:rect l="l" t="t" r="r" b="b"/>
              <a:pathLst>
                <a:path w="2005454" h="293639">
                  <a:moveTo>
                    <a:pt x="0" y="0"/>
                  </a:moveTo>
                  <a:lnTo>
                    <a:pt x="2005454" y="0"/>
                  </a:lnTo>
                  <a:lnTo>
                    <a:pt x="2005454" y="293639"/>
                  </a:lnTo>
                  <a:lnTo>
                    <a:pt x="0" y="293639"/>
                  </a:lnTo>
                  <a:close/>
                </a:path>
              </a:pathLst>
            </a:custGeom>
            <a:solidFill>
              <a:srgbClr val="00436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05453" cy="331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105400" y="4710432"/>
            <a:ext cx="8624900" cy="4307810"/>
          </a:xfrm>
          <a:custGeom>
            <a:avLst/>
            <a:gdLst/>
            <a:ahLst/>
            <a:cxnLst/>
            <a:rect l="l" t="t" r="r" b="b"/>
            <a:pathLst>
              <a:path w="8624900" h="5388655">
                <a:moveTo>
                  <a:pt x="0" y="0"/>
                </a:moveTo>
                <a:lnTo>
                  <a:pt x="8624901" y="0"/>
                </a:lnTo>
                <a:lnTo>
                  <a:pt x="8624901" y="5388655"/>
                </a:lnTo>
                <a:lnTo>
                  <a:pt x="0" y="5388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08268" y="496613"/>
            <a:ext cx="6214264" cy="192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36"/>
              </a:lnSpc>
            </a:pPr>
            <a:r>
              <a:rPr lang="en-US" sz="12669" spc="126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Gangguan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37235" y="1854220"/>
            <a:ext cx="11840920" cy="200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35"/>
              </a:lnSpc>
            </a:pPr>
            <a:r>
              <a:rPr lang="en-US" sz="12669" spc="126" dirty="0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Organ </a:t>
            </a:r>
            <a:r>
              <a:rPr lang="en-US" sz="12669" spc="126" dirty="0" err="1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Pencernaan</a:t>
            </a:r>
            <a:r>
              <a:rPr lang="en-US" sz="12669" spc="126" dirty="0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6568" y="3243882"/>
            <a:ext cx="4983406" cy="184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35"/>
              </a:lnSpc>
            </a:pPr>
            <a:r>
              <a:rPr lang="en-US" sz="12669" spc="126" dirty="0" err="1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Manusia</a:t>
            </a:r>
            <a:endParaRPr lang="en-US" sz="12669" spc="126" dirty="0">
              <a:solidFill>
                <a:srgbClr val="D45139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409567" y="1709618"/>
            <a:ext cx="9019566" cy="5215760"/>
            <a:chOff x="0" y="0"/>
            <a:chExt cx="2375524" cy="13736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75524" cy="1373698"/>
            </a:xfrm>
            <a:custGeom>
              <a:avLst/>
              <a:gdLst/>
              <a:ahLst/>
              <a:cxnLst/>
              <a:rect l="l" t="t" r="r" b="b"/>
              <a:pathLst>
                <a:path w="2375524" h="1373698">
                  <a:moveTo>
                    <a:pt x="33476" y="0"/>
                  </a:moveTo>
                  <a:lnTo>
                    <a:pt x="2342048" y="0"/>
                  </a:lnTo>
                  <a:cubicBezTo>
                    <a:pt x="2360536" y="0"/>
                    <a:pt x="2375524" y="14988"/>
                    <a:pt x="2375524" y="33476"/>
                  </a:cubicBezTo>
                  <a:lnTo>
                    <a:pt x="2375524" y="1340223"/>
                  </a:lnTo>
                  <a:cubicBezTo>
                    <a:pt x="2375524" y="1349101"/>
                    <a:pt x="2371997" y="1357615"/>
                    <a:pt x="2365719" y="1363893"/>
                  </a:cubicBezTo>
                  <a:cubicBezTo>
                    <a:pt x="2359441" y="1370171"/>
                    <a:pt x="2350926" y="1373698"/>
                    <a:pt x="2342048" y="1373698"/>
                  </a:cubicBezTo>
                  <a:lnTo>
                    <a:pt x="33476" y="1373698"/>
                  </a:lnTo>
                  <a:cubicBezTo>
                    <a:pt x="14988" y="1373698"/>
                    <a:pt x="0" y="1358711"/>
                    <a:pt x="0" y="1340223"/>
                  </a:cubicBezTo>
                  <a:lnTo>
                    <a:pt x="0" y="33476"/>
                  </a:lnTo>
                  <a:cubicBezTo>
                    <a:pt x="0" y="14988"/>
                    <a:pt x="14988" y="0"/>
                    <a:pt x="33476" y="0"/>
                  </a:cubicBezTo>
                  <a:close/>
                </a:path>
              </a:pathLst>
            </a:custGeom>
            <a:solidFill>
              <a:srgbClr val="C4D5E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75524" cy="141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859770" y="4621600"/>
            <a:ext cx="8119159" cy="172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Ternyata hal i</a:t>
            </a:r>
            <a:r>
              <a:rPr lang="en-US" sz="3317" u="none" strike="noStrike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tu berkaitan dengan organ pencernaan kita. </a:t>
            </a:r>
          </a:p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3317" u="none" strike="noStrike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Yuk kita pelajari bersama!</a:t>
            </a:r>
          </a:p>
        </p:txBody>
      </p:sp>
      <p:sp>
        <p:nvSpPr>
          <p:cNvPr id="8" name="Freeform 8"/>
          <p:cNvSpPr/>
          <p:nvPr/>
        </p:nvSpPr>
        <p:spPr>
          <a:xfrm>
            <a:off x="15734843" y="585162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0" y="0"/>
                </a:lnTo>
                <a:lnTo>
                  <a:pt x="3388580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6847" y="1357541"/>
            <a:ext cx="8122720" cy="5919914"/>
          </a:xfrm>
          <a:custGeom>
            <a:avLst/>
            <a:gdLst/>
            <a:ahLst/>
            <a:cxnLst/>
            <a:rect l="l" t="t" r="r" b="b"/>
            <a:pathLst>
              <a:path w="8122720" h="5919914">
                <a:moveTo>
                  <a:pt x="0" y="0"/>
                </a:moveTo>
                <a:lnTo>
                  <a:pt x="8122720" y="0"/>
                </a:lnTo>
                <a:lnTo>
                  <a:pt x="8122720" y="5919914"/>
                </a:lnTo>
                <a:lnTo>
                  <a:pt x="0" y="5919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922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859770" y="2240866"/>
            <a:ext cx="8119159" cy="172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Pernah tidak kalian merasa perut kembung atau begah sampai rasanya tidak enak untuk duduk?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029573" y="677627"/>
            <a:ext cx="16621501" cy="7654484"/>
          </a:xfrm>
          <a:custGeom>
            <a:avLst/>
            <a:gdLst/>
            <a:ahLst/>
            <a:cxnLst/>
            <a:rect l="l" t="t" r="r" b="b"/>
            <a:pathLst>
              <a:path w="16621501" h="7654484">
                <a:moveTo>
                  <a:pt x="0" y="0"/>
                </a:moveTo>
                <a:lnTo>
                  <a:pt x="16621500" y="0"/>
                </a:lnTo>
                <a:lnTo>
                  <a:pt x="16621500" y="7654485"/>
                </a:lnTo>
                <a:lnTo>
                  <a:pt x="0" y="7654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664" t="-76504" b="-16267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59705" y="-457508"/>
            <a:ext cx="4017569" cy="2546135"/>
          </a:xfrm>
          <a:custGeom>
            <a:avLst/>
            <a:gdLst/>
            <a:ahLst/>
            <a:cxnLst/>
            <a:rect l="l" t="t" r="r" b="b"/>
            <a:pathLst>
              <a:path w="4017569" h="2546135">
                <a:moveTo>
                  <a:pt x="0" y="0"/>
                </a:moveTo>
                <a:lnTo>
                  <a:pt x="4017569" y="0"/>
                </a:lnTo>
                <a:lnTo>
                  <a:pt x="4017569" y="2546135"/>
                </a:lnTo>
                <a:lnTo>
                  <a:pt x="0" y="2546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26260" y="8332111"/>
            <a:ext cx="4017569" cy="2546135"/>
          </a:xfrm>
          <a:custGeom>
            <a:avLst/>
            <a:gdLst/>
            <a:ahLst/>
            <a:cxnLst/>
            <a:rect l="l" t="t" r="r" b="b"/>
            <a:pathLst>
              <a:path w="4017569" h="2546135">
                <a:moveTo>
                  <a:pt x="0" y="0"/>
                </a:moveTo>
                <a:lnTo>
                  <a:pt x="4017570" y="0"/>
                </a:lnTo>
                <a:lnTo>
                  <a:pt x="4017570" y="2546134"/>
                </a:lnTo>
                <a:lnTo>
                  <a:pt x="0" y="254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66241" y="3098325"/>
            <a:ext cx="8755517" cy="36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Hari ini, kita akan belajar untuk:</a:t>
            </a:r>
          </a:p>
        </p:txBody>
      </p:sp>
      <p:sp>
        <p:nvSpPr>
          <p:cNvPr id="8" name="Freeform 8"/>
          <p:cNvSpPr/>
          <p:nvPr/>
        </p:nvSpPr>
        <p:spPr>
          <a:xfrm>
            <a:off x="2029573" y="3863450"/>
            <a:ext cx="945748" cy="945748"/>
          </a:xfrm>
          <a:custGeom>
            <a:avLst/>
            <a:gdLst/>
            <a:ahLst/>
            <a:cxnLst/>
            <a:rect l="l" t="t" r="r" b="b"/>
            <a:pathLst>
              <a:path w="945748" h="945748">
                <a:moveTo>
                  <a:pt x="0" y="0"/>
                </a:moveTo>
                <a:lnTo>
                  <a:pt x="945749" y="0"/>
                </a:lnTo>
                <a:lnTo>
                  <a:pt x="945749" y="945749"/>
                </a:lnTo>
                <a:lnTo>
                  <a:pt x="0" y="945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76039" y="3806300"/>
            <a:ext cx="12982387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Siswa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dapat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menganalisis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penyakit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dan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kelainan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pada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sistem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pencernaan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manusia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76039" y="5177949"/>
            <a:ext cx="12982387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Siswa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dapat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memberikan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solusi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terhadap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penyakit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dan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kelainan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pada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sistem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pencernaan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 </a:t>
            </a:r>
            <a:r>
              <a:rPr lang="en-ID" sz="2800" dirty="0" err="1">
                <a:latin typeface="Playpen Sans" panose="020B0604020202020204" charset="0"/>
                <a:ea typeface="Playpen Sans" panose="020B0604020202020204" charset="0"/>
              </a:rPr>
              <a:t>manusia</a:t>
            </a:r>
            <a:r>
              <a:rPr lang="en-ID" sz="2800" dirty="0">
                <a:latin typeface="Playpen Sans" panose="020B0604020202020204" charset="0"/>
                <a:ea typeface="Playpen Sans" panose="020B0604020202020204" charset="0"/>
              </a:rPr>
              <a:t>. </a:t>
            </a:r>
          </a:p>
        </p:txBody>
      </p:sp>
      <p:sp>
        <p:nvSpPr>
          <p:cNvPr id="12" name="Freeform 12"/>
          <p:cNvSpPr/>
          <p:nvPr/>
        </p:nvSpPr>
        <p:spPr>
          <a:xfrm>
            <a:off x="2029573" y="5257676"/>
            <a:ext cx="945496" cy="945496"/>
          </a:xfrm>
          <a:custGeom>
            <a:avLst/>
            <a:gdLst/>
            <a:ahLst/>
            <a:cxnLst/>
            <a:rect l="l" t="t" r="r" b="b"/>
            <a:pathLst>
              <a:path w="945496" h="945496">
                <a:moveTo>
                  <a:pt x="0" y="0"/>
                </a:moveTo>
                <a:lnTo>
                  <a:pt x="945497" y="0"/>
                </a:lnTo>
                <a:lnTo>
                  <a:pt x="945497" y="945496"/>
                </a:lnTo>
                <a:lnTo>
                  <a:pt x="0" y="94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5049615" y="1398279"/>
            <a:ext cx="8188770" cy="129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spc="80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Tujuan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505369"/>
            <a:ext cx="7690429" cy="1455173"/>
            <a:chOff x="0" y="0"/>
            <a:chExt cx="2025463" cy="383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5463" cy="383256"/>
            </a:xfrm>
            <a:custGeom>
              <a:avLst/>
              <a:gdLst/>
              <a:ahLst/>
              <a:cxnLst/>
              <a:rect l="l" t="t" r="r" b="b"/>
              <a:pathLst>
                <a:path w="2025463" h="383256">
                  <a:moveTo>
                    <a:pt x="39261" y="0"/>
                  </a:moveTo>
                  <a:lnTo>
                    <a:pt x="1986202" y="0"/>
                  </a:lnTo>
                  <a:cubicBezTo>
                    <a:pt x="2007885" y="0"/>
                    <a:pt x="2025463" y="17578"/>
                    <a:pt x="2025463" y="39261"/>
                  </a:cubicBezTo>
                  <a:lnTo>
                    <a:pt x="2025463" y="343994"/>
                  </a:lnTo>
                  <a:cubicBezTo>
                    <a:pt x="2025463" y="365678"/>
                    <a:pt x="2007885" y="383256"/>
                    <a:pt x="1986202" y="383256"/>
                  </a:cubicBezTo>
                  <a:lnTo>
                    <a:pt x="39261" y="383256"/>
                  </a:lnTo>
                  <a:cubicBezTo>
                    <a:pt x="17578" y="383256"/>
                    <a:pt x="0" y="365678"/>
                    <a:pt x="0" y="343994"/>
                  </a:cubicBezTo>
                  <a:lnTo>
                    <a:pt x="0" y="39261"/>
                  </a:lnTo>
                  <a:cubicBezTo>
                    <a:pt x="0" y="17578"/>
                    <a:pt x="17578" y="0"/>
                    <a:pt x="39261" y="0"/>
                  </a:cubicBezTo>
                  <a:close/>
                </a:path>
              </a:pathLst>
            </a:custGeom>
            <a:solidFill>
              <a:srgbClr val="C4D5E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25463" cy="421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536229"/>
            <a:ext cx="10020300" cy="6245401"/>
            <a:chOff x="0" y="0"/>
            <a:chExt cx="2639091" cy="1644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39091" cy="1644879"/>
            </a:xfrm>
            <a:custGeom>
              <a:avLst/>
              <a:gdLst/>
              <a:ahLst/>
              <a:cxnLst/>
              <a:rect l="l" t="t" r="r" b="b"/>
              <a:pathLst>
                <a:path w="2639091" h="1644879">
                  <a:moveTo>
                    <a:pt x="30132" y="0"/>
                  </a:moveTo>
                  <a:lnTo>
                    <a:pt x="2608959" y="0"/>
                  </a:lnTo>
                  <a:cubicBezTo>
                    <a:pt x="2616951" y="0"/>
                    <a:pt x="2624615" y="3175"/>
                    <a:pt x="2630266" y="8826"/>
                  </a:cubicBezTo>
                  <a:cubicBezTo>
                    <a:pt x="2635917" y="14476"/>
                    <a:pt x="2639091" y="22141"/>
                    <a:pt x="2639091" y="30132"/>
                  </a:cubicBezTo>
                  <a:lnTo>
                    <a:pt x="2639091" y="1614747"/>
                  </a:lnTo>
                  <a:cubicBezTo>
                    <a:pt x="2639091" y="1622739"/>
                    <a:pt x="2635917" y="1630403"/>
                    <a:pt x="2630266" y="1636054"/>
                  </a:cubicBezTo>
                  <a:cubicBezTo>
                    <a:pt x="2624615" y="1641705"/>
                    <a:pt x="2616951" y="1644879"/>
                    <a:pt x="2608959" y="1644879"/>
                  </a:cubicBezTo>
                  <a:lnTo>
                    <a:pt x="30132" y="1644879"/>
                  </a:lnTo>
                  <a:cubicBezTo>
                    <a:pt x="22141" y="1644879"/>
                    <a:pt x="14476" y="1641705"/>
                    <a:pt x="8826" y="1636054"/>
                  </a:cubicBezTo>
                  <a:cubicBezTo>
                    <a:pt x="3175" y="1630403"/>
                    <a:pt x="0" y="1622739"/>
                    <a:pt x="0" y="1614747"/>
                  </a:cubicBezTo>
                  <a:lnTo>
                    <a:pt x="0" y="30132"/>
                  </a:lnTo>
                  <a:cubicBezTo>
                    <a:pt x="0" y="22141"/>
                    <a:pt x="3175" y="14476"/>
                    <a:pt x="8826" y="8826"/>
                  </a:cubicBezTo>
                  <a:cubicBezTo>
                    <a:pt x="14476" y="3175"/>
                    <a:pt x="22141" y="0"/>
                    <a:pt x="30132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39091" cy="168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9154" y="4301648"/>
            <a:ext cx="2524735" cy="791207"/>
            <a:chOff x="0" y="0"/>
            <a:chExt cx="664951" cy="208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Penyebab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9154" y="5675173"/>
            <a:ext cx="2524735" cy="791207"/>
            <a:chOff x="0" y="0"/>
            <a:chExt cx="664951" cy="2083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Gejala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9154" y="7047405"/>
            <a:ext cx="2524735" cy="791207"/>
            <a:chOff x="0" y="0"/>
            <a:chExt cx="664951" cy="208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Cara Mengatasi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029591" y="856251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0" y="0"/>
                </a:lnTo>
                <a:lnTo>
                  <a:pt x="3388580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049000" y="2783040"/>
            <a:ext cx="7239000" cy="6273800"/>
          </a:xfrm>
          <a:custGeom>
            <a:avLst/>
            <a:gdLst/>
            <a:ahLst/>
            <a:cxnLst/>
            <a:rect l="l" t="t" r="r" b="b"/>
            <a:pathLst>
              <a:path w="7239000" h="6273800">
                <a:moveTo>
                  <a:pt x="0" y="0"/>
                </a:moveTo>
                <a:lnTo>
                  <a:pt x="7239000" y="0"/>
                </a:lnTo>
                <a:lnTo>
                  <a:pt x="7239000" y="6273800"/>
                </a:lnTo>
                <a:lnTo>
                  <a:pt x="0" y="627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79154" y="3155958"/>
            <a:ext cx="10988968" cy="42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Penyakit yang menyerang organ lambung.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58989" y="1437142"/>
            <a:ext cx="5341973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Mag (Gastritis)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89412" y="4322552"/>
            <a:ext cx="6232509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Meningkatnya asam lambung karena pola makan yang tidak teratur atau karena stres.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89412" y="5872315"/>
            <a:ext cx="8137509" cy="34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Perut terasa perih, mual, dan kembung.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89412" y="7068309"/>
            <a:ext cx="6232509" cy="105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Makan secara teratur dan menghindari makanan yang memicu asam lambung (seperti yang terlalu asam atau pedas).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505369"/>
            <a:ext cx="7690429" cy="1455173"/>
            <a:chOff x="0" y="0"/>
            <a:chExt cx="2025463" cy="383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5463" cy="383256"/>
            </a:xfrm>
            <a:custGeom>
              <a:avLst/>
              <a:gdLst/>
              <a:ahLst/>
              <a:cxnLst/>
              <a:rect l="l" t="t" r="r" b="b"/>
              <a:pathLst>
                <a:path w="2025463" h="383256">
                  <a:moveTo>
                    <a:pt x="39261" y="0"/>
                  </a:moveTo>
                  <a:lnTo>
                    <a:pt x="1986202" y="0"/>
                  </a:lnTo>
                  <a:cubicBezTo>
                    <a:pt x="2007885" y="0"/>
                    <a:pt x="2025463" y="17578"/>
                    <a:pt x="2025463" y="39261"/>
                  </a:cubicBezTo>
                  <a:lnTo>
                    <a:pt x="2025463" y="343994"/>
                  </a:lnTo>
                  <a:cubicBezTo>
                    <a:pt x="2025463" y="365678"/>
                    <a:pt x="2007885" y="383256"/>
                    <a:pt x="1986202" y="383256"/>
                  </a:cubicBezTo>
                  <a:lnTo>
                    <a:pt x="39261" y="383256"/>
                  </a:lnTo>
                  <a:cubicBezTo>
                    <a:pt x="17578" y="383256"/>
                    <a:pt x="0" y="365678"/>
                    <a:pt x="0" y="343994"/>
                  </a:cubicBezTo>
                  <a:lnTo>
                    <a:pt x="0" y="39261"/>
                  </a:lnTo>
                  <a:cubicBezTo>
                    <a:pt x="0" y="17578"/>
                    <a:pt x="17578" y="0"/>
                    <a:pt x="39261" y="0"/>
                  </a:cubicBezTo>
                  <a:close/>
                </a:path>
              </a:pathLst>
            </a:custGeom>
            <a:solidFill>
              <a:srgbClr val="C4D5E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25463" cy="421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536229"/>
            <a:ext cx="11439422" cy="6245401"/>
            <a:chOff x="0" y="0"/>
            <a:chExt cx="3012852" cy="1644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12852" cy="1644879"/>
            </a:xfrm>
            <a:custGeom>
              <a:avLst/>
              <a:gdLst/>
              <a:ahLst/>
              <a:cxnLst/>
              <a:rect l="l" t="t" r="r" b="b"/>
              <a:pathLst>
                <a:path w="3012852" h="1644879">
                  <a:moveTo>
                    <a:pt x="26394" y="0"/>
                  </a:moveTo>
                  <a:lnTo>
                    <a:pt x="2986458" y="0"/>
                  </a:lnTo>
                  <a:cubicBezTo>
                    <a:pt x="3001035" y="0"/>
                    <a:pt x="3012852" y="11817"/>
                    <a:pt x="3012852" y="26394"/>
                  </a:cubicBezTo>
                  <a:lnTo>
                    <a:pt x="3012852" y="1618485"/>
                  </a:lnTo>
                  <a:cubicBezTo>
                    <a:pt x="3012852" y="1633062"/>
                    <a:pt x="3001035" y="1644879"/>
                    <a:pt x="2986458" y="1644879"/>
                  </a:cubicBezTo>
                  <a:lnTo>
                    <a:pt x="26394" y="1644879"/>
                  </a:lnTo>
                  <a:cubicBezTo>
                    <a:pt x="11817" y="1644879"/>
                    <a:pt x="0" y="1633062"/>
                    <a:pt x="0" y="1618485"/>
                  </a:cubicBezTo>
                  <a:lnTo>
                    <a:pt x="0" y="26394"/>
                  </a:lnTo>
                  <a:cubicBezTo>
                    <a:pt x="0" y="11817"/>
                    <a:pt x="11817" y="0"/>
                    <a:pt x="263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12852" cy="168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9154" y="4408392"/>
            <a:ext cx="2524735" cy="791207"/>
            <a:chOff x="0" y="0"/>
            <a:chExt cx="664951" cy="208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Penyebab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9154" y="5781917"/>
            <a:ext cx="2524735" cy="791207"/>
            <a:chOff x="0" y="0"/>
            <a:chExt cx="664951" cy="2083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Gejala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9154" y="7154149"/>
            <a:ext cx="2524735" cy="791207"/>
            <a:chOff x="0" y="0"/>
            <a:chExt cx="664951" cy="208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Cara Mengatasi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029591" y="856251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0" y="0"/>
                </a:lnTo>
                <a:lnTo>
                  <a:pt x="3388580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254840" y="2507070"/>
            <a:ext cx="8122720" cy="6055442"/>
          </a:xfrm>
          <a:custGeom>
            <a:avLst/>
            <a:gdLst/>
            <a:ahLst/>
            <a:cxnLst/>
            <a:rect l="l" t="t" r="r" b="b"/>
            <a:pathLst>
              <a:path w="8122720" h="6055442">
                <a:moveTo>
                  <a:pt x="0" y="0"/>
                </a:moveTo>
                <a:lnTo>
                  <a:pt x="8122720" y="0"/>
                </a:lnTo>
                <a:lnTo>
                  <a:pt x="8122720" y="6055442"/>
                </a:lnTo>
                <a:lnTo>
                  <a:pt x="0" y="605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61" r="-5861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79154" y="2912918"/>
            <a:ext cx="9083968" cy="86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Gangguan pada usus besar yang menyebabkan sulit buang air besar (BAB).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8599" y="1437142"/>
            <a:ext cx="7170631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Sembelit (Konstipasi)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30613" y="4360767"/>
            <a:ext cx="6924227" cy="105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Terlalu lama menahan BAB dan kurang mengonsumsi serat. Air pada feses terus diserap usus besar sehingga menjadi keras.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89412" y="5979059"/>
            <a:ext cx="8137509" cy="34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Sulit buang air besar dan perut terasa penuh/begah.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89412" y="7175053"/>
            <a:ext cx="7065428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Makan makanan berserat (buah dan sayur) serta minum air putih minimal 8 gelas per hari.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505369"/>
            <a:ext cx="7690429" cy="1455173"/>
            <a:chOff x="0" y="0"/>
            <a:chExt cx="2025463" cy="383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5463" cy="383256"/>
            </a:xfrm>
            <a:custGeom>
              <a:avLst/>
              <a:gdLst/>
              <a:ahLst/>
              <a:cxnLst/>
              <a:rect l="l" t="t" r="r" b="b"/>
              <a:pathLst>
                <a:path w="2025463" h="383256">
                  <a:moveTo>
                    <a:pt x="39261" y="0"/>
                  </a:moveTo>
                  <a:lnTo>
                    <a:pt x="1986202" y="0"/>
                  </a:lnTo>
                  <a:cubicBezTo>
                    <a:pt x="2007885" y="0"/>
                    <a:pt x="2025463" y="17578"/>
                    <a:pt x="2025463" y="39261"/>
                  </a:cubicBezTo>
                  <a:lnTo>
                    <a:pt x="2025463" y="343994"/>
                  </a:lnTo>
                  <a:cubicBezTo>
                    <a:pt x="2025463" y="365678"/>
                    <a:pt x="2007885" y="383256"/>
                    <a:pt x="1986202" y="383256"/>
                  </a:cubicBezTo>
                  <a:lnTo>
                    <a:pt x="39261" y="383256"/>
                  </a:lnTo>
                  <a:cubicBezTo>
                    <a:pt x="17578" y="383256"/>
                    <a:pt x="0" y="365678"/>
                    <a:pt x="0" y="343994"/>
                  </a:cubicBezTo>
                  <a:lnTo>
                    <a:pt x="0" y="39261"/>
                  </a:lnTo>
                  <a:cubicBezTo>
                    <a:pt x="0" y="17578"/>
                    <a:pt x="17578" y="0"/>
                    <a:pt x="39261" y="0"/>
                  </a:cubicBezTo>
                  <a:close/>
                </a:path>
              </a:pathLst>
            </a:custGeom>
            <a:solidFill>
              <a:srgbClr val="C4D5E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25463" cy="421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536229"/>
            <a:ext cx="11439422" cy="6245401"/>
            <a:chOff x="0" y="0"/>
            <a:chExt cx="3012852" cy="1644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12852" cy="1644879"/>
            </a:xfrm>
            <a:custGeom>
              <a:avLst/>
              <a:gdLst/>
              <a:ahLst/>
              <a:cxnLst/>
              <a:rect l="l" t="t" r="r" b="b"/>
              <a:pathLst>
                <a:path w="3012852" h="1644879">
                  <a:moveTo>
                    <a:pt x="26394" y="0"/>
                  </a:moveTo>
                  <a:lnTo>
                    <a:pt x="2986458" y="0"/>
                  </a:lnTo>
                  <a:cubicBezTo>
                    <a:pt x="3001035" y="0"/>
                    <a:pt x="3012852" y="11817"/>
                    <a:pt x="3012852" y="26394"/>
                  </a:cubicBezTo>
                  <a:lnTo>
                    <a:pt x="3012852" y="1618485"/>
                  </a:lnTo>
                  <a:cubicBezTo>
                    <a:pt x="3012852" y="1633062"/>
                    <a:pt x="3001035" y="1644879"/>
                    <a:pt x="2986458" y="1644879"/>
                  </a:cubicBezTo>
                  <a:lnTo>
                    <a:pt x="26394" y="1644879"/>
                  </a:lnTo>
                  <a:cubicBezTo>
                    <a:pt x="11817" y="1644879"/>
                    <a:pt x="0" y="1633062"/>
                    <a:pt x="0" y="1618485"/>
                  </a:cubicBezTo>
                  <a:lnTo>
                    <a:pt x="0" y="26394"/>
                  </a:lnTo>
                  <a:cubicBezTo>
                    <a:pt x="0" y="11817"/>
                    <a:pt x="11817" y="0"/>
                    <a:pt x="263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12852" cy="168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9154" y="4408392"/>
            <a:ext cx="2524735" cy="791207"/>
            <a:chOff x="0" y="0"/>
            <a:chExt cx="664951" cy="208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Penyebab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9154" y="5781917"/>
            <a:ext cx="2524735" cy="791207"/>
            <a:chOff x="0" y="0"/>
            <a:chExt cx="664951" cy="2083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Gejala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9154" y="7154149"/>
            <a:ext cx="2524735" cy="791207"/>
            <a:chOff x="0" y="0"/>
            <a:chExt cx="664951" cy="208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Cara Mengatasi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029591" y="856251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0" y="0"/>
                </a:lnTo>
                <a:lnTo>
                  <a:pt x="3388580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169652" y="2645789"/>
            <a:ext cx="7922372" cy="6026282"/>
          </a:xfrm>
          <a:custGeom>
            <a:avLst/>
            <a:gdLst/>
            <a:ahLst/>
            <a:cxnLst/>
            <a:rect l="l" t="t" r="r" b="b"/>
            <a:pathLst>
              <a:path w="7922372" h="6026282">
                <a:moveTo>
                  <a:pt x="0" y="0"/>
                </a:moveTo>
                <a:lnTo>
                  <a:pt x="7922372" y="0"/>
                </a:lnTo>
                <a:lnTo>
                  <a:pt x="7922372" y="6026282"/>
                </a:lnTo>
                <a:lnTo>
                  <a:pt x="0" y="6026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44" t="-15341" r="-474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79154" y="2912918"/>
            <a:ext cx="9198268" cy="86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Gangguan di mana feses menjadi sangat cair dan BAB menjadi sangat sering.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8599" y="1437142"/>
            <a:ext cx="7170631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Diare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89412" y="4429296"/>
            <a:ext cx="5608640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Infeksi kuman (bakteri/virus) dari makanan yang tidak bersih atau tidak higienis.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89412" y="5979059"/>
            <a:ext cx="8137509" cy="34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BAB encer berkali-kali dalam sehari.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89412" y="7175053"/>
            <a:ext cx="6980240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Meminum cairan oralit untuk mencegah tubuh kekurangan cairan (dehidrasi).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505369"/>
            <a:ext cx="7690429" cy="1455173"/>
            <a:chOff x="0" y="0"/>
            <a:chExt cx="2025463" cy="383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5463" cy="383256"/>
            </a:xfrm>
            <a:custGeom>
              <a:avLst/>
              <a:gdLst/>
              <a:ahLst/>
              <a:cxnLst/>
              <a:rect l="l" t="t" r="r" b="b"/>
              <a:pathLst>
                <a:path w="2025463" h="383256">
                  <a:moveTo>
                    <a:pt x="39261" y="0"/>
                  </a:moveTo>
                  <a:lnTo>
                    <a:pt x="1986202" y="0"/>
                  </a:lnTo>
                  <a:cubicBezTo>
                    <a:pt x="2007885" y="0"/>
                    <a:pt x="2025463" y="17578"/>
                    <a:pt x="2025463" y="39261"/>
                  </a:cubicBezTo>
                  <a:lnTo>
                    <a:pt x="2025463" y="343994"/>
                  </a:lnTo>
                  <a:cubicBezTo>
                    <a:pt x="2025463" y="365678"/>
                    <a:pt x="2007885" y="383256"/>
                    <a:pt x="1986202" y="383256"/>
                  </a:cubicBezTo>
                  <a:lnTo>
                    <a:pt x="39261" y="383256"/>
                  </a:lnTo>
                  <a:cubicBezTo>
                    <a:pt x="17578" y="383256"/>
                    <a:pt x="0" y="365678"/>
                    <a:pt x="0" y="343994"/>
                  </a:cubicBezTo>
                  <a:lnTo>
                    <a:pt x="0" y="39261"/>
                  </a:lnTo>
                  <a:cubicBezTo>
                    <a:pt x="0" y="17578"/>
                    <a:pt x="17578" y="0"/>
                    <a:pt x="39261" y="0"/>
                  </a:cubicBezTo>
                  <a:close/>
                </a:path>
              </a:pathLst>
            </a:custGeom>
            <a:solidFill>
              <a:srgbClr val="C4D5E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25463" cy="421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536229"/>
            <a:ext cx="16230600" cy="6245401"/>
            <a:chOff x="0" y="0"/>
            <a:chExt cx="4274726" cy="1644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1644879"/>
            </a:xfrm>
            <a:custGeom>
              <a:avLst/>
              <a:gdLst/>
              <a:ahLst/>
              <a:cxnLst/>
              <a:rect l="l" t="t" r="r" b="b"/>
              <a:pathLst>
                <a:path w="4274726" h="1644879">
                  <a:moveTo>
                    <a:pt x="18603" y="0"/>
                  </a:moveTo>
                  <a:lnTo>
                    <a:pt x="4256123" y="0"/>
                  </a:lnTo>
                  <a:cubicBezTo>
                    <a:pt x="4261057" y="0"/>
                    <a:pt x="4265788" y="1960"/>
                    <a:pt x="4269277" y="5449"/>
                  </a:cubicBezTo>
                  <a:cubicBezTo>
                    <a:pt x="4272766" y="8937"/>
                    <a:pt x="4274726" y="13669"/>
                    <a:pt x="4274726" y="18603"/>
                  </a:cubicBezTo>
                  <a:lnTo>
                    <a:pt x="4274726" y="1626277"/>
                  </a:lnTo>
                  <a:cubicBezTo>
                    <a:pt x="4274726" y="1631210"/>
                    <a:pt x="4272766" y="1635942"/>
                    <a:pt x="4269277" y="1639431"/>
                  </a:cubicBezTo>
                  <a:cubicBezTo>
                    <a:pt x="4265788" y="1642919"/>
                    <a:pt x="4261057" y="1644879"/>
                    <a:pt x="4256123" y="1644879"/>
                  </a:cubicBezTo>
                  <a:lnTo>
                    <a:pt x="18603" y="1644879"/>
                  </a:lnTo>
                  <a:cubicBezTo>
                    <a:pt x="13669" y="1644879"/>
                    <a:pt x="8937" y="1642919"/>
                    <a:pt x="5449" y="1639431"/>
                  </a:cubicBezTo>
                  <a:cubicBezTo>
                    <a:pt x="1960" y="1635942"/>
                    <a:pt x="0" y="1631210"/>
                    <a:pt x="0" y="1626277"/>
                  </a:cubicBezTo>
                  <a:lnTo>
                    <a:pt x="0" y="18603"/>
                  </a:lnTo>
                  <a:cubicBezTo>
                    <a:pt x="0" y="13669"/>
                    <a:pt x="1960" y="8937"/>
                    <a:pt x="5449" y="5449"/>
                  </a:cubicBezTo>
                  <a:cubicBezTo>
                    <a:pt x="8937" y="1960"/>
                    <a:pt x="13669" y="0"/>
                    <a:pt x="1860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168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9154" y="4408392"/>
            <a:ext cx="2524735" cy="791207"/>
            <a:chOff x="0" y="0"/>
            <a:chExt cx="664951" cy="208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Penyebab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9154" y="5781917"/>
            <a:ext cx="2524735" cy="791207"/>
            <a:chOff x="0" y="0"/>
            <a:chExt cx="664951" cy="2083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Gejala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9154" y="7154149"/>
            <a:ext cx="2524735" cy="791207"/>
            <a:chOff x="0" y="0"/>
            <a:chExt cx="664951" cy="208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4951" cy="208384"/>
            </a:xfrm>
            <a:custGeom>
              <a:avLst/>
              <a:gdLst/>
              <a:ahLst/>
              <a:cxnLst/>
              <a:rect l="l" t="t" r="r" b="b"/>
              <a:pathLst>
                <a:path w="664951" h="208384">
                  <a:moveTo>
                    <a:pt x="73594" y="0"/>
                  </a:moveTo>
                  <a:lnTo>
                    <a:pt x="591356" y="0"/>
                  </a:lnTo>
                  <a:cubicBezTo>
                    <a:pt x="610875" y="0"/>
                    <a:pt x="629594" y="7754"/>
                    <a:pt x="643395" y="21555"/>
                  </a:cubicBezTo>
                  <a:cubicBezTo>
                    <a:pt x="657197" y="35357"/>
                    <a:pt x="664951" y="54076"/>
                    <a:pt x="664951" y="73594"/>
                  </a:cubicBezTo>
                  <a:lnTo>
                    <a:pt x="664951" y="134789"/>
                  </a:lnTo>
                  <a:cubicBezTo>
                    <a:pt x="664951" y="175434"/>
                    <a:pt x="632001" y="208384"/>
                    <a:pt x="591356" y="208384"/>
                  </a:cubicBezTo>
                  <a:lnTo>
                    <a:pt x="73594" y="208384"/>
                  </a:lnTo>
                  <a:cubicBezTo>
                    <a:pt x="54076" y="208384"/>
                    <a:pt x="35357" y="200630"/>
                    <a:pt x="21555" y="186828"/>
                  </a:cubicBezTo>
                  <a:cubicBezTo>
                    <a:pt x="7754" y="173027"/>
                    <a:pt x="0" y="154308"/>
                    <a:pt x="0" y="134789"/>
                  </a:cubicBezTo>
                  <a:lnTo>
                    <a:pt x="0" y="73594"/>
                  </a:lnTo>
                  <a:cubicBezTo>
                    <a:pt x="0" y="54076"/>
                    <a:pt x="7754" y="35357"/>
                    <a:pt x="21555" y="21555"/>
                  </a:cubicBezTo>
                  <a:cubicBezTo>
                    <a:pt x="35357" y="7754"/>
                    <a:pt x="54076" y="0"/>
                    <a:pt x="73594" y="0"/>
                  </a:cubicBezTo>
                  <a:close/>
                </a:path>
              </a:pathLst>
            </a:custGeom>
            <a:solidFill>
              <a:srgbClr val="FC906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4951" cy="2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Cara Mengatasi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029591" y="856251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0" y="0"/>
                </a:lnTo>
                <a:lnTo>
                  <a:pt x="3388580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479196" y="2536229"/>
            <a:ext cx="5871866" cy="6245401"/>
          </a:xfrm>
          <a:custGeom>
            <a:avLst/>
            <a:gdLst/>
            <a:ahLst/>
            <a:cxnLst/>
            <a:rect l="l" t="t" r="r" b="b"/>
            <a:pathLst>
              <a:path w="5871866" h="6245401">
                <a:moveTo>
                  <a:pt x="0" y="0"/>
                </a:moveTo>
                <a:lnTo>
                  <a:pt x="5871866" y="0"/>
                </a:lnTo>
                <a:lnTo>
                  <a:pt x="5871866" y="6245402"/>
                </a:lnTo>
                <a:lnTo>
                  <a:pt x="0" y="6245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80" r="-3180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79154" y="2912918"/>
            <a:ext cx="9236368" cy="86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Peradangan pada apendiks (kantong kecil di ujung usus besar). Disebut juga radang usus buntu.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8599" y="1437142"/>
            <a:ext cx="7170631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Apendisitis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89412" y="4429296"/>
            <a:ext cx="6526110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Penyumbatan di usus buntu akibat feses yang keras atau adanya infeksi.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89412" y="5979059"/>
            <a:ext cx="7108809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Nyeri hebat di perut bagian kanan bawah, mual, dan demam.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89412" y="7175053"/>
            <a:ext cx="6765909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Harus segera ke dokter untuk mendapatkan penanganan medis (biasanya operasi).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61060" y="2963902"/>
            <a:ext cx="5733125" cy="3058769"/>
            <a:chOff x="0" y="0"/>
            <a:chExt cx="1240363" cy="6617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0363" cy="661766"/>
            </a:xfrm>
            <a:custGeom>
              <a:avLst/>
              <a:gdLst/>
              <a:ahLst/>
              <a:cxnLst/>
              <a:rect l="l" t="t" r="r" b="b"/>
              <a:pathLst>
                <a:path w="1240363" h="661766">
                  <a:moveTo>
                    <a:pt x="52665" y="0"/>
                  </a:moveTo>
                  <a:lnTo>
                    <a:pt x="1187698" y="0"/>
                  </a:lnTo>
                  <a:cubicBezTo>
                    <a:pt x="1216784" y="0"/>
                    <a:pt x="1240363" y="23579"/>
                    <a:pt x="1240363" y="52665"/>
                  </a:cubicBezTo>
                  <a:lnTo>
                    <a:pt x="1240363" y="609101"/>
                  </a:lnTo>
                  <a:cubicBezTo>
                    <a:pt x="1240363" y="638187"/>
                    <a:pt x="1216784" y="661766"/>
                    <a:pt x="1187698" y="661766"/>
                  </a:cubicBezTo>
                  <a:lnTo>
                    <a:pt x="52665" y="661766"/>
                  </a:lnTo>
                  <a:cubicBezTo>
                    <a:pt x="23579" y="661766"/>
                    <a:pt x="0" y="638187"/>
                    <a:pt x="0" y="609101"/>
                  </a:cubicBezTo>
                  <a:lnTo>
                    <a:pt x="0" y="52665"/>
                  </a:lnTo>
                  <a:cubicBezTo>
                    <a:pt x="0" y="23579"/>
                    <a:pt x="23579" y="0"/>
                    <a:pt x="52665" y="0"/>
                  </a:cubicBezTo>
                  <a:close/>
                </a:path>
              </a:pathLst>
            </a:custGeom>
            <a:solidFill>
              <a:srgbClr val="C4D5E7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40363" cy="699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0845" y="6797166"/>
            <a:ext cx="5733340" cy="3058769"/>
            <a:chOff x="0" y="0"/>
            <a:chExt cx="1240410" cy="6617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0410" cy="661766"/>
            </a:xfrm>
            <a:custGeom>
              <a:avLst/>
              <a:gdLst/>
              <a:ahLst/>
              <a:cxnLst/>
              <a:rect l="l" t="t" r="r" b="b"/>
              <a:pathLst>
                <a:path w="1240410" h="661766">
                  <a:moveTo>
                    <a:pt x="52663" y="0"/>
                  </a:moveTo>
                  <a:lnTo>
                    <a:pt x="1187747" y="0"/>
                  </a:lnTo>
                  <a:cubicBezTo>
                    <a:pt x="1216832" y="0"/>
                    <a:pt x="1240410" y="23578"/>
                    <a:pt x="1240410" y="52663"/>
                  </a:cubicBezTo>
                  <a:lnTo>
                    <a:pt x="1240410" y="609103"/>
                  </a:lnTo>
                  <a:cubicBezTo>
                    <a:pt x="1240410" y="638188"/>
                    <a:pt x="1216832" y="661766"/>
                    <a:pt x="1187747" y="661766"/>
                  </a:cubicBezTo>
                  <a:lnTo>
                    <a:pt x="52663" y="661766"/>
                  </a:lnTo>
                  <a:cubicBezTo>
                    <a:pt x="23578" y="661766"/>
                    <a:pt x="0" y="638188"/>
                    <a:pt x="0" y="609103"/>
                  </a:cubicBezTo>
                  <a:lnTo>
                    <a:pt x="0" y="52663"/>
                  </a:lnTo>
                  <a:cubicBezTo>
                    <a:pt x="0" y="23578"/>
                    <a:pt x="23578" y="0"/>
                    <a:pt x="52663" y="0"/>
                  </a:cubicBezTo>
                  <a:close/>
                </a:path>
              </a:pathLst>
            </a:custGeom>
            <a:solidFill>
              <a:srgbClr val="C4D5E7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40410" cy="699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357865" y="2694250"/>
            <a:ext cx="806391" cy="806391"/>
          </a:xfrm>
          <a:custGeom>
            <a:avLst/>
            <a:gdLst/>
            <a:ahLst/>
            <a:cxnLst/>
            <a:rect l="l" t="t" r="r" b="b"/>
            <a:pathLst>
              <a:path w="806391" h="806391">
                <a:moveTo>
                  <a:pt x="0" y="0"/>
                </a:moveTo>
                <a:lnTo>
                  <a:pt x="806391" y="0"/>
                </a:lnTo>
                <a:lnTo>
                  <a:pt x="806391" y="806390"/>
                </a:lnTo>
                <a:lnTo>
                  <a:pt x="0" y="806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358080" y="6444640"/>
            <a:ext cx="806176" cy="806176"/>
          </a:xfrm>
          <a:custGeom>
            <a:avLst/>
            <a:gdLst/>
            <a:ahLst/>
            <a:cxnLst/>
            <a:rect l="l" t="t" r="r" b="b"/>
            <a:pathLst>
              <a:path w="806176" h="806176">
                <a:moveTo>
                  <a:pt x="0" y="0"/>
                </a:moveTo>
                <a:lnTo>
                  <a:pt x="806176" y="0"/>
                </a:lnTo>
                <a:lnTo>
                  <a:pt x="806176" y="806176"/>
                </a:lnTo>
                <a:lnTo>
                  <a:pt x="0" y="806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10197010" y="2963902"/>
            <a:ext cx="5733125" cy="3058769"/>
            <a:chOff x="0" y="0"/>
            <a:chExt cx="1240363" cy="6617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0363" cy="661766"/>
            </a:xfrm>
            <a:custGeom>
              <a:avLst/>
              <a:gdLst/>
              <a:ahLst/>
              <a:cxnLst/>
              <a:rect l="l" t="t" r="r" b="b"/>
              <a:pathLst>
                <a:path w="1240363" h="661766">
                  <a:moveTo>
                    <a:pt x="52665" y="0"/>
                  </a:moveTo>
                  <a:lnTo>
                    <a:pt x="1187698" y="0"/>
                  </a:lnTo>
                  <a:cubicBezTo>
                    <a:pt x="1216784" y="0"/>
                    <a:pt x="1240363" y="23579"/>
                    <a:pt x="1240363" y="52665"/>
                  </a:cubicBezTo>
                  <a:lnTo>
                    <a:pt x="1240363" y="609101"/>
                  </a:lnTo>
                  <a:cubicBezTo>
                    <a:pt x="1240363" y="638187"/>
                    <a:pt x="1216784" y="661766"/>
                    <a:pt x="1187698" y="661766"/>
                  </a:cubicBezTo>
                  <a:lnTo>
                    <a:pt x="52665" y="661766"/>
                  </a:lnTo>
                  <a:cubicBezTo>
                    <a:pt x="23579" y="661766"/>
                    <a:pt x="0" y="638187"/>
                    <a:pt x="0" y="609101"/>
                  </a:cubicBezTo>
                  <a:lnTo>
                    <a:pt x="0" y="52665"/>
                  </a:lnTo>
                  <a:cubicBezTo>
                    <a:pt x="0" y="23579"/>
                    <a:pt x="23579" y="0"/>
                    <a:pt x="52665" y="0"/>
                  </a:cubicBezTo>
                  <a:close/>
                </a:path>
              </a:pathLst>
            </a:custGeom>
            <a:solidFill>
              <a:srgbClr val="C4D5E7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40363" cy="699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793922" y="2694465"/>
            <a:ext cx="806176" cy="806176"/>
          </a:xfrm>
          <a:custGeom>
            <a:avLst/>
            <a:gdLst/>
            <a:ahLst/>
            <a:cxnLst/>
            <a:rect l="l" t="t" r="r" b="b"/>
            <a:pathLst>
              <a:path w="806176" h="806176">
                <a:moveTo>
                  <a:pt x="0" y="0"/>
                </a:moveTo>
                <a:lnTo>
                  <a:pt x="806176" y="0"/>
                </a:lnTo>
                <a:lnTo>
                  <a:pt x="806176" y="806175"/>
                </a:lnTo>
                <a:lnTo>
                  <a:pt x="0" y="806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10196795" y="6797166"/>
            <a:ext cx="5733340" cy="3058769"/>
            <a:chOff x="0" y="0"/>
            <a:chExt cx="1240410" cy="6617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0410" cy="661766"/>
            </a:xfrm>
            <a:custGeom>
              <a:avLst/>
              <a:gdLst/>
              <a:ahLst/>
              <a:cxnLst/>
              <a:rect l="l" t="t" r="r" b="b"/>
              <a:pathLst>
                <a:path w="1240410" h="661766">
                  <a:moveTo>
                    <a:pt x="52663" y="0"/>
                  </a:moveTo>
                  <a:lnTo>
                    <a:pt x="1187747" y="0"/>
                  </a:lnTo>
                  <a:cubicBezTo>
                    <a:pt x="1216832" y="0"/>
                    <a:pt x="1240410" y="23578"/>
                    <a:pt x="1240410" y="52663"/>
                  </a:cubicBezTo>
                  <a:lnTo>
                    <a:pt x="1240410" y="609103"/>
                  </a:lnTo>
                  <a:cubicBezTo>
                    <a:pt x="1240410" y="638188"/>
                    <a:pt x="1216832" y="661766"/>
                    <a:pt x="1187747" y="661766"/>
                  </a:cubicBezTo>
                  <a:lnTo>
                    <a:pt x="52663" y="661766"/>
                  </a:lnTo>
                  <a:cubicBezTo>
                    <a:pt x="23578" y="661766"/>
                    <a:pt x="0" y="638188"/>
                    <a:pt x="0" y="609103"/>
                  </a:cubicBezTo>
                  <a:lnTo>
                    <a:pt x="0" y="52663"/>
                  </a:lnTo>
                  <a:cubicBezTo>
                    <a:pt x="0" y="23578"/>
                    <a:pt x="23578" y="0"/>
                    <a:pt x="52663" y="0"/>
                  </a:cubicBezTo>
                  <a:close/>
                </a:path>
              </a:pathLst>
            </a:custGeom>
            <a:solidFill>
              <a:srgbClr val="C4D5E7"/>
            </a:solidFill>
            <a:ln w="76200" cap="rnd">
              <a:solidFill>
                <a:srgbClr val="C4D5E7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40410" cy="699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9793922" y="6444640"/>
            <a:ext cx="806176" cy="806176"/>
          </a:xfrm>
          <a:custGeom>
            <a:avLst/>
            <a:gdLst/>
            <a:ahLst/>
            <a:cxnLst/>
            <a:rect l="l" t="t" r="r" b="b"/>
            <a:pathLst>
              <a:path w="806176" h="806176">
                <a:moveTo>
                  <a:pt x="0" y="0"/>
                </a:moveTo>
                <a:lnTo>
                  <a:pt x="806176" y="0"/>
                </a:lnTo>
                <a:lnTo>
                  <a:pt x="806176" y="806176"/>
                </a:lnTo>
                <a:lnTo>
                  <a:pt x="0" y="80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5107102" y="579988"/>
            <a:ext cx="8073797" cy="129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spc="80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Menjaga Pencernaan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6241" y="1881714"/>
            <a:ext cx="8755517" cy="36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Agar terhindar dari penyakit, kita bisa melakukan: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87213" y="3953610"/>
            <a:ext cx="4280605" cy="108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Cuci tangan dengan sabun sebelum dan sesudah makan.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40596" y="4134561"/>
            <a:ext cx="4280605" cy="72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Pilih jajanan yang bersih dan tertutup rapat.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87213" y="7786875"/>
            <a:ext cx="4280605" cy="108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Kunyah makanan sampai halus agar kerja lambung lebih ringan.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40596" y="7967825"/>
            <a:ext cx="4280605" cy="72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500" spc="9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Perbanyak serat dari buah dan sayuran.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007914" y="1331604"/>
            <a:ext cx="14272172" cy="7654484"/>
          </a:xfrm>
          <a:custGeom>
            <a:avLst/>
            <a:gdLst/>
            <a:ahLst/>
            <a:cxnLst/>
            <a:rect l="l" t="t" r="r" b="b"/>
            <a:pathLst>
              <a:path w="14272172" h="7654484">
                <a:moveTo>
                  <a:pt x="0" y="0"/>
                </a:moveTo>
                <a:lnTo>
                  <a:pt x="14272172" y="0"/>
                </a:lnTo>
                <a:lnTo>
                  <a:pt x="14272172" y="7654485"/>
                </a:lnTo>
                <a:lnTo>
                  <a:pt x="0" y="7654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4770" t="-76504" r="-9406" b="-16267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59705" y="-457508"/>
            <a:ext cx="4017569" cy="2546135"/>
          </a:xfrm>
          <a:custGeom>
            <a:avLst/>
            <a:gdLst/>
            <a:ahLst/>
            <a:cxnLst/>
            <a:rect l="l" t="t" r="r" b="b"/>
            <a:pathLst>
              <a:path w="4017569" h="2546135">
                <a:moveTo>
                  <a:pt x="0" y="0"/>
                </a:moveTo>
                <a:lnTo>
                  <a:pt x="4017569" y="0"/>
                </a:lnTo>
                <a:lnTo>
                  <a:pt x="4017569" y="2546135"/>
                </a:lnTo>
                <a:lnTo>
                  <a:pt x="0" y="2546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26260" y="8332111"/>
            <a:ext cx="4017569" cy="2546135"/>
          </a:xfrm>
          <a:custGeom>
            <a:avLst/>
            <a:gdLst/>
            <a:ahLst/>
            <a:cxnLst/>
            <a:rect l="l" t="t" r="r" b="b"/>
            <a:pathLst>
              <a:path w="4017569" h="2546135">
                <a:moveTo>
                  <a:pt x="0" y="0"/>
                </a:moveTo>
                <a:lnTo>
                  <a:pt x="4017570" y="0"/>
                </a:lnTo>
                <a:lnTo>
                  <a:pt x="4017570" y="2546134"/>
                </a:lnTo>
                <a:lnTo>
                  <a:pt x="0" y="254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52806" y="4240942"/>
            <a:ext cx="12982387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Gangguan pencernaan seperti mag, sembelit, diare, dan apendisitis umumnya disebabkan oleh pola makan yang tidak teratur, kurangnya asupan serat, serta masuknya kuman melalui makanan yang tidak bersih.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3062" y="2473692"/>
            <a:ext cx="4461876" cy="119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spc="80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Kesimpulan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2806" y="6111091"/>
            <a:ext cx="12982387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Cara terbaik untuk mencegah dan mengatasinya adalah dengan disiplin makan tepat waktu, banyak mengonsumsi buah dan sayur, serta selalu menjaga kebersihan tangan dan makanan yang kita konsumsi setiap hari.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7693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5125" cy="5063571"/>
            </a:xfrm>
            <a:custGeom>
              <a:avLst/>
              <a:gdLst/>
              <a:ahLst/>
              <a:cxnLst/>
              <a:rect l="l" t="t" r="r" b="b"/>
              <a:pathLst>
                <a:path w="8975125" h="5063571">
                  <a:moveTo>
                    <a:pt x="8975125" y="55951"/>
                  </a:moveTo>
                  <a:lnTo>
                    <a:pt x="8975125" y="0"/>
                  </a:lnTo>
                  <a:lnTo>
                    <a:pt x="49586" y="0"/>
                  </a:lnTo>
                  <a:lnTo>
                    <a:pt x="49586" y="27976"/>
                  </a:lnTo>
                  <a:lnTo>
                    <a:pt x="0" y="27976"/>
                  </a:lnTo>
                  <a:lnTo>
                    <a:pt x="0" y="5063571"/>
                  </a:lnTo>
                  <a:lnTo>
                    <a:pt x="99173" y="5063571"/>
                  </a:lnTo>
                  <a:lnTo>
                    <a:pt x="99173" y="4084427"/>
                  </a:lnTo>
                  <a:lnTo>
                    <a:pt x="1785108" y="4084427"/>
                  </a:lnTo>
                  <a:lnTo>
                    <a:pt x="1785108" y="5063571"/>
                  </a:lnTo>
                  <a:lnTo>
                    <a:pt x="1884280" y="5063571"/>
                  </a:lnTo>
                  <a:lnTo>
                    <a:pt x="1884280" y="4084427"/>
                  </a:lnTo>
                  <a:lnTo>
                    <a:pt x="3570215" y="4084427"/>
                  </a:lnTo>
                  <a:lnTo>
                    <a:pt x="3570215" y="5063571"/>
                  </a:lnTo>
                  <a:lnTo>
                    <a:pt x="3669388" y="5063571"/>
                  </a:lnTo>
                  <a:lnTo>
                    <a:pt x="3669388" y="4084427"/>
                  </a:lnTo>
                  <a:lnTo>
                    <a:pt x="5355323" y="4084427"/>
                  </a:lnTo>
                  <a:lnTo>
                    <a:pt x="5355323" y="5063571"/>
                  </a:lnTo>
                  <a:lnTo>
                    <a:pt x="5454496" y="5063571"/>
                  </a:lnTo>
                  <a:lnTo>
                    <a:pt x="5454496" y="4084427"/>
                  </a:lnTo>
                  <a:lnTo>
                    <a:pt x="7140431" y="4084427"/>
                  </a:lnTo>
                  <a:lnTo>
                    <a:pt x="7140431" y="5063571"/>
                  </a:lnTo>
                  <a:lnTo>
                    <a:pt x="7239603" y="5063571"/>
                  </a:lnTo>
                  <a:lnTo>
                    <a:pt x="7239603" y="4084427"/>
                  </a:lnTo>
                  <a:lnTo>
                    <a:pt x="8975125" y="4084427"/>
                  </a:lnTo>
                  <a:lnTo>
                    <a:pt x="8975125" y="4028476"/>
                  </a:lnTo>
                  <a:lnTo>
                    <a:pt x="7239603" y="4028476"/>
                  </a:lnTo>
                  <a:lnTo>
                    <a:pt x="7239603" y="3077308"/>
                  </a:lnTo>
                  <a:lnTo>
                    <a:pt x="8975125" y="3077308"/>
                  </a:lnTo>
                  <a:lnTo>
                    <a:pt x="8975125" y="3021357"/>
                  </a:lnTo>
                  <a:lnTo>
                    <a:pt x="7239603" y="3021357"/>
                  </a:lnTo>
                  <a:lnTo>
                    <a:pt x="7239603" y="2070189"/>
                  </a:lnTo>
                  <a:lnTo>
                    <a:pt x="8975125" y="2070189"/>
                  </a:lnTo>
                  <a:lnTo>
                    <a:pt x="8975125" y="2014238"/>
                  </a:lnTo>
                  <a:lnTo>
                    <a:pt x="7239603" y="2014238"/>
                  </a:lnTo>
                  <a:lnTo>
                    <a:pt x="7239603" y="1063070"/>
                  </a:lnTo>
                  <a:lnTo>
                    <a:pt x="8975125" y="1063070"/>
                  </a:lnTo>
                  <a:lnTo>
                    <a:pt x="8975125" y="1007119"/>
                  </a:lnTo>
                  <a:lnTo>
                    <a:pt x="7239603" y="1007119"/>
                  </a:lnTo>
                  <a:lnTo>
                    <a:pt x="7239603" y="55951"/>
                  </a:lnTo>
                  <a:lnTo>
                    <a:pt x="8975125" y="55951"/>
                  </a:lnTo>
                  <a:close/>
                  <a:moveTo>
                    <a:pt x="1884280" y="1007119"/>
                  </a:moveTo>
                  <a:lnTo>
                    <a:pt x="1884280" y="55951"/>
                  </a:lnTo>
                  <a:lnTo>
                    <a:pt x="3570215" y="55951"/>
                  </a:lnTo>
                  <a:lnTo>
                    <a:pt x="3570215" y="1007119"/>
                  </a:lnTo>
                  <a:lnTo>
                    <a:pt x="1884280" y="1007119"/>
                  </a:lnTo>
                  <a:close/>
                  <a:moveTo>
                    <a:pt x="3570215" y="1063070"/>
                  </a:moveTo>
                  <a:lnTo>
                    <a:pt x="3570215" y="2014238"/>
                  </a:lnTo>
                  <a:lnTo>
                    <a:pt x="1884280" y="2014238"/>
                  </a:lnTo>
                  <a:lnTo>
                    <a:pt x="1884280" y="1063070"/>
                  </a:lnTo>
                  <a:lnTo>
                    <a:pt x="3570215" y="1063070"/>
                  </a:lnTo>
                  <a:close/>
                  <a:moveTo>
                    <a:pt x="1785108" y="1007119"/>
                  </a:moveTo>
                  <a:lnTo>
                    <a:pt x="99173" y="1007119"/>
                  </a:lnTo>
                  <a:lnTo>
                    <a:pt x="99173" y="55951"/>
                  </a:lnTo>
                  <a:lnTo>
                    <a:pt x="1785108" y="55951"/>
                  </a:lnTo>
                  <a:lnTo>
                    <a:pt x="1785108" y="1007119"/>
                  </a:lnTo>
                  <a:close/>
                  <a:moveTo>
                    <a:pt x="1785108" y="1063070"/>
                  </a:moveTo>
                  <a:lnTo>
                    <a:pt x="1785108" y="2014238"/>
                  </a:lnTo>
                  <a:lnTo>
                    <a:pt x="99173" y="2014238"/>
                  </a:lnTo>
                  <a:lnTo>
                    <a:pt x="99173" y="1063070"/>
                  </a:lnTo>
                  <a:lnTo>
                    <a:pt x="1785108" y="1063070"/>
                  </a:lnTo>
                  <a:close/>
                  <a:moveTo>
                    <a:pt x="1785108" y="2070189"/>
                  </a:moveTo>
                  <a:lnTo>
                    <a:pt x="1785108" y="3021357"/>
                  </a:lnTo>
                  <a:lnTo>
                    <a:pt x="99173" y="3021357"/>
                  </a:lnTo>
                  <a:lnTo>
                    <a:pt x="99173" y="2070189"/>
                  </a:lnTo>
                  <a:lnTo>
                    <a:pt x="1785108" y="2070189"/>
                  </a:lnTo>
                  <a:close/>
                  <a:moveTo>
                    <a:pt x="1884280" y="2070189"/>
                  </a:moveTo>
                  <a:lnTo>
                    <a:pt x="3570215" y="2070189"/>
                  </a:lnTo>
                  <a:lnTo>
                    <a:pt x="3570215" y="3021357"/>
                  </a:lnTo>
                  <a:lnTo>
                    <a:pt x="1884280" y="3021357"/>
                  </a:lnTo>
                  <a:lnTo>
                    <a:pt x="1884280" y="2070189"/>
                  </a:lnTo>
                  <a:close/>
                  <a:moveTo>
                    <a:pt x="3669388" y="2070189"/>
                  </a:moveTo>
                  <a:lnTo>
                    <a:pt x="5355323" y="2070189"/>
                  </a:lnTo>
                  <a:lnTo>
                    <a:pt x="5355323" y="3021357"/>
                  </a:lnTo>
                  <a:lnTo>
                    <a:pt x="3669388" y="3021357"/>
                  </a:lnTo>
                  <a:lnTo>
                    <a:pt x="3669388" y="2070189"/>
                  </a:lnTo>
                  <a:close/>
                  <a:moveTo>
                    <a:pt x="3669388" y="2014238"/>
                  </a:moveTo>
                  <a:lnTo>
                    <a:pt x="3669388" y="1063070"/>
                  </a:lnTo>
                  <a:lnTo>
                    <a:pt x="5355323" y="1063070"/>
                  </a:lnTo>
                  <a:lnTo>
                    <a:pt x="5355323" y="2014238"/>
                  </a:lnTo>
                  <a:lnTo>
                    <a:pt x="3669388" y="2014238"/>
                  </a:lnTo>
                  <a:close/>
                  <a:moveTo>
                    <a:pt x="3669388" y="1007119"/>
                  </a:moveTo>
                  <a:lnTo>
                    <a:pt x="3669388" y="55951"/>
                  </a:lnTo>
                  <a:lnTo>
                    <a:pt x="5355323" y="55951"/>
                  </a:lnTo>
                  <a:lnTo>
                    <a:pt x="5355323" y="1007119"/>
                  </a:lnTo>
                  <a:lnTo>
                    <a:pt x="3669388" y="1007119"/>
                  </a:lnTo>
                  <a:close/>
                  <a:moveTo>
                    <a:pt x="99173" y="4028476"/>
                  </a:moveTo>
                  <a:lnTo>
                    <a:pt x="99173" y="3077308"/>
                  </a:lnTo>
                  <a:lnTo>
                    <a:pt x="1785108" y="3077308"/>
                  </a:lnTo>
                  <a:lnTo>
                    <a:pt x="1785108" y="4028476"/>
                  </a:lnTo>
                  <a:lnTo>
                    <a:pt x="99173" y="4028476"/>
                  </a:lnTo>
                  <a:close/>
                  <a:moveTo>
                    <a:pt x="1884280" y="4028476"/>
                  </a:moveTo>
                  <a:lnTo>
                    <a:pt x="1884280" y="3077308"/>
                  </a:lnTo>
                  <a:lnTo>
                    <a:pt x="3570215" y="3077308"/>
                  </a:lnTo>
                  <a:lnTo>
                    <a:pt x="3570215" y="4028476"/>
                  </a:lnTo>
                  <a:lnTo>
                    <a:pt x="1884280" y="4028476"/>
                  </a:lnTo>
                  <a:close/>
                  <a:moveTo>
                    <a:pt x="3669388" y="4028476"/>
                  </a:moveTo>
                  <a:lnTo>
                    <a:pt x="3669388" y="3077308"/>
                  </a:lnTo>
                  <a:lnTo>
                    <a:pt x="5355323" y="3077308"/>
                  </a:lnTo>
                  <a:lnTo>
                    <a:pt x="5355323" y="4028476"/>
                  </a:lnTo>
                  <a:lnTo>
                    <a:pt x="3669388" y="4028476"/>
                  </a:lnTo>
                  <a:close/>
                  <a:moveTo>
                    <a:pt x="7140431" y="4028476"/>
                  </a:moveTo>
                  <a:lnTo>
                    <a:pt x="5454496" y="4028476"/>
                  </a:lnTo>
                  <a:lnTo>
                    <a:pt x="5454496" y="3077308"/>
                  </a:lnTo>
                  <a:lnTo>
                    <a:pt x="7140431" y="3077308"/>
                  </a:lnTo>
                  <a:lnTo>
                    <a:pt x="7140431" y="4028476"/>
                  </a:lnTo>
                  <a:close/>
                  <a:moveTo>
                    <a:pt x="7140431" y="3021357"/>
                  </a:moveTo>
                  <a:lnTo>
                    <a:pt x="5454496" y="3021357"/>
                  </a:lnTo>
                  <a:lnTo>
                    <a:pt x="5454496" y="2070189"/>
                  </a:lnTo>
                  <a:lnTo>
                    <a:pt x="7140431" y="2070189"/>
                  </a:lnTo>
                  <a:lnTo>
                    <a:pt x="7140431" y="3021357"/>
                  </a:lnTo>
                  <a:close/>
                  <a:moveTo>
                    <a:pt x="7140431" y="2014238"/>
                  </a:moveTo>
                  <a:lnTo>
                    <a:pt x="5454496" y="2014238"/>
                  </a:lnTo>
                  <a:lnTo>
                    <a:pt x="5454496" y="1063070"/>
                  </a:lnTo>
                  <a:lnTo>
                    <a:pt x="7140431" y="1063070"/>
                  </a:lnTo>
                  <a:lnTo>
                    <a:pt x="7140431" y="2014238"/>
                  </a:lnTo>
                  <a:close/>
                  <a:moveTo>
                    <a:pt x="7140431" y="1007119"/>
                  </a:moveTo>
                  <a:lnTo>
                    <a:pt x="5454496" y="1007119"/>
                  </a:lnTo>
                  <a:lnTo>
                    <a:pt x="5454496" y="55951"/>
                  </a:lnTo>
                  <a:lnTo>
                    <a:pt x="7140431" y="55951"/>
                  </a:lnTo>
                  <a:lnTo>
                    <a:pt x="7140431" y="100711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082136" y="501188"/>
            <a:ext cx="12123729" cy="7164021"/>
          </a:xfrm>
          <a:custGeom>
            <a:avLst/>
            <a:gdLst/>
            <a:ahLst/>
            <a:cxnLst/>
            <a:rect l="l" t="t" r="r" b="b"/>
            <a:pathLst>
              <a:path w="12123729" h="7164021">
                <a:moveTo>
                  <a:pt x="0" y="0"/>
                </a:moveTo>
                <a:lnTo>
                  <a:pt x="12123728" y="0"/>
                </a:lnTo>
                <a:lnTo>
                  <a:pt x="12123728" y="7164021"/>
                </a:lnTo>
                <a:lnTo>
                  <a:pt x="0" y="716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95585" y="5890264"/>
            <a:ext cx="6610074" cy="5864938"/>
          </a:xfrm>
          <a:custGeom>
            <a:avLst/>
            <a:gdLst/>
            <a:ahLst/>
            <a:cxnLst/>
            <a:rect l="l" t="t" r="r" b="b"/>
            <a:pathLst>
              <a:path w="6610074" h="5864938">
                <a:moveTo>
                  <a:pt x="0" y="0"/>
                </a:moveTo>
                <a:lnTo>
                  <a:pt x="6610074" y="0"/>
                </a:lnTo>
                <a:lnTo>
                  <a:pt x="6610074" y="5864938"/>
                </a:lnTo>
                <a:lnTo>
                  <a:pt x="0" y="586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49356" y="5353058"/>
            <a:ext cx="8191172" cy="5912537"/>
          </a:xfrm>
          <a:custGeom>
            <a:avLst/>
            <a:gdLst/>
            <a:ahLst/>
            <a:cxnLst/>
            <a:rect l="l" t="t" r="r" b="b"/>
            <a:pathLst>
              <a:path w="8191172" h="5912537">
                <a:moveTo>
                  <a:pt x="0" y="0"/>
                </a:moveTo>
                <a:lnTo>
                  <a:pt x="8191172" y="0"/>
                </a:lnTo>
                <a:lnTo>
                  <a:pt x="8191172" y="5912537"/>
                </a:lnTo>
                <a:lnTo>
                  <a:pt x="0" y="5912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279129" y="2211402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1" y="0"/>
                </a:lnTo>
                <a:lnTo>
                  <a:pt x="3388581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44942" y="-408284"/>
            <a:ext cx="3388581" cy="2147513"/>
          </a:xfrm>
          <a:custGeom>
            <a:avLst/>
            <a:gdLst/>
            <a:ahLst/>
            <a:cxnLst/>
            <a:rect l="l" t="t" r="r" b="b"/>
            <a:pathLst>
              <a:path w="3388581" h="2147513">
                <a:moveTo>
                  <a:pt x="0" y="0"/>
                </a:moveTo>
                <a:lnTo>
                  <a:pt x="3388581" y="0"/>
                </a:lnTo>
                <a:lnTo>
                  <a:pt x="3388581" y="2147513"/>
                </a:lnTo>
                <a:lnTo>
                  <a:pt x="0" y="2147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80241" y="3137197"/>
            <a:ext cx="7927519" cy="19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35"/>
              </a:lnSpc>
            </a:pPr>
            <a:r>
              <a:rPr lang="en-US" sz="12669" spc="126">
                <a:solidFill>
                  <a:srgbClr val="D4513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414</Words>
  <Application>Microsoft Office PowerPoint</Application>
  <PresentationFormat>Custom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Londrina Solid</vt:lpstr>
      <vt:lpstr>Playpen Sans</vt:lpstr>
      <vt:lpstr>Calibri</vt:lpstr>
      <vt:lpstr>Arial</vt:lpstr>
      <vt:lpstr>Jua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Infeksi kuman (bakteri/virus) dari makanan yang tidak bersih atau tidak higienis.</dc:title>
  <cp:lastModifiedBy>suharyono03@outlook.co.id</cp:lastModifiedBy>
  <cp:revision>2</cp:revision>
  <dcterms:created xsi:type="dcterms:W3CDTF">2006-08-16T00:00:00Z</dcterms:created>
  <dcterms:modified xsi:type="dcterms:W3CDTF">2026-09-22T16:38:42Z</dcterms:modified>
  <dc:identifier>DAHQQnKBAEQ</dc:identifier>
</cp:coreProperties>
</file>