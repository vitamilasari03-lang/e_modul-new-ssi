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6858000" cy="9144000"/>
  <p:embeddedFontLst>
    <p:embeddedFont>
      <p:font typeface="Dosis Bold" panose="020B0604020202020204" charset="0"/>
      <p:regular r:id="rId23"/>
    </p:embeddedFont>
    <p:embeddedFont>
      <p:font typeface="Telegraf" panose="020B0604020202020204" charset="0"/>
      <p:regular r:id="rId24"/>
    </p:embeddedFont>
    <p:embeddedFont>
      <p:font typeface="Telegraf Bold" panose="020B0604020202020204" charset="0"/>
      <p:regular r:id="rId25"/>
    </p:embeddedFont>
    <p:embeddedFont>
      <p:font typeface="Telegraf Medium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46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svg"/><Relationship Id="rId18" Type="http://schemas.openxmlformats.org/officeDocument/2006/relationships/image" Target="../media/image15.png"/><Relationship Id="rId3" Type="http://schemas.openxmlformats.org/officeDocument/2006/relationships/slideLayout" Target="../slideLayouts/slideLayout7.xml"/><Relationship Id="rId21" Type="http://schemas.openxmlformats.org/officeDocument/2006/relationships/image" Target="../media/image18.jpeg"/><Relationship Id="rId7" Type="http://schemas.openxmlformats.org/officeDocument/2006/relationships/image" Target="../media/image4.svg"/><Relationship Id="rId12" Type="http://schemas.openxmlformats.org/officeDocument/2006/relationships/image" Target="../media/image9.png"/><Relationship Id="rId17" Type="http://schemas.openxmlformats.org/officeDocument/2006/relationships/image" Target="../media/image14.svg"/><Relationship Id="rId2" Type="http://schemas.microsoft.com/office/2007/relationships/media" Target="../media/media1.m4a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audio" Target="NULL" TargetMode="Externa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2.svg"/><Relationship Id="rId15" Type="http://schemas.openxmlformats.org/officeDocument/2006/relationships/image" Target="../media/image12.svg"/><Relationship Id="rId10" Type="http://schemas.openxmlformats.org/officeDocument/2006/relationships/image" Target="../media/image7.png"/><Relationship Id="rId19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6.svg"/><Relationship Id="rId1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2.svg"/><Relationship Id="rId18" Type="http://schemas.openxmlformats.org/officeDocument/2006/relationships/image" Target="../media/image23.png"/><Relationship Id="rId3" Type="http://schemas.openxmlformats.org/officeDocument/2006/relationships/image" Target="../media/image20.svg"/><Relationship Id="rId7" Type="http://schemas.openxmlformats.org/officeDocument/2006/relationships/image" Target="../media/image8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9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6.svg"/><Relationship Id="rId5" Type="http://schemas.openxmlformats.org/officeDocument/2006/relationships/image" Target="../media/image2.svg"/><Relationship Id="rId15" Type="http://schemas.openxmlformats.org/officeDocument/2006/relationships/image" Target="../media/image4.svg"/><Relationship Id="rId10" Type="http://schemas.openxmlformats.org/officeDocument/2006/relationships/image" Target="../media/image5.png"/><Relationship Id="rId19" Type="http://schemas.openxmlformats.org/officeDocument/2006/relationships/image" Target="../media/image24.svg"/><Relationship Id="rId4" Type="http://schemas.openxmlformats.org/officeDocument/2006/relationships/image" Target="../media/image1.png"/><Relationship Id="rId9" Type="http://schemas.openxmlformats.org/officeDocument/2006/relationships/image" Target="../media/image22.svg"/><Relationship Id="rId1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svg"/><Relationship Id="rId18" Type="http://schemas.openxmlformats.org/officeDocument/2006/relationships/image" Target="../media/image23.png"/><Relationship Id="rId3" Type="http://schemas.openxmlformats.org/officeDocument/2006/relationships/image" Target="../media/image26.svg"/><Relationship Id="rId7" Type="http://schemas.openxmlformats.org/officeDocument/2006/relationships/image" Target="../media/image28.svg"/><Relationship Id="rId12" Type="http://schemas.openxmlformats.org/officeDocument/2006/relationships/image" Target="../media/image33.png"/><Relationship Id="rId17" Type="http://schemas.openxmlformats.org/officeDocument/2006/relationships/image" Target="../media/image12.svg"/><Relationship Id="rId2" Type="http://schemas.openxmlformats.org/officeDocument/2006/relationships/image" Target="../media/image25.png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5" Type="http://schemas.openxmlformats.org/officeDocument/2006/relationships/image" Target="../media/image8.svg"/><Relationship Id="rId15" Type="http://schemas.openxmlformats.org/officeDocument/2006/relationships/image" Target="../media/image10.svg"/><Relationship Id="rId10" Type="http://schemas.openxmlformats.org/officeDocument/2006/relationships/image" Target="../media/image31.png"/><Relationship Id="rId19" Type="http://schemas.openxmlformats.org/officeDocument/2006/relationships/image" Target="../media/image24.svg"/><Relationship Id="rId4" Type="http://schemas.openxmlformats.org/officeDocument/2006/relationships/image" Target="../media/image7.png"/><Relationship Id="rId9" Type="http://schemas.openxmlformats.org/officeDocument/2006/relationships/image" Target="../media/image30.svg"/><Relationship Id="rId1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10.svg"/><Relationship Id="rId3" Type="http://schemas.openxmlformats.org/officeDocument/2006/relationships/image" Target="../media/image36.svg"/><Relationship Id="rId7" Type="http://schemas.openxmlformats.org/officeDocument/2006/relationships/image" Target="../media/image40.svg"/><Relationship Id="rId12" Type="http://schemas.openxmlformats.org/officeDocument/2006/relationships/image" Target="../media/image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8.svg"/><Relationship Id="rId5" Type="http://schemas.openxmlformats.org/officeDocument/2006/relationships/image" Target="../media/image38.svg"/><Relationship Id="rId15" Type="http://schemas.openxmlformats.org/officeDocument/2006/relationships/image" Target="../media/image12.svg"/><Relationship Id="rId10" Type="http://schemas.openxmlformats.org/officeDocument/2006/relationships/image" Target="../media/image7.png"/><Relationship Id="rId4" Type="http://schemas.openxmlformats.org/officeDocument/2006/relationships/image" Target="../media/image37.png"/><Relationship Id="rId9" Type="http://schemas.openxmlformats.org/officeDocument/2006/relationships/image" Target="../media/image42.svg"/><Relationship Id="rId1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12.svg"/><Relationship Id="rId3" Type="http://schemas.openxmlformats.org/officeDocument/2006/relationships/image" Target="../media/image44.svg"/><Relationship Id="rId7" Type="http://schemas.openxmlformats.org/officeDocument/2006/relationships/image" Target="../media/image10.svg"/><Relationship Id="rId12" Type="http://schemas.openxmlformats.org/officeDocument/2006/relationships/image" Target="../media/image1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48.svg"/><Relationship Id="rId5" Type="http://schemas.openxmlformats.org/officeDocument/2006/relationships/image" Target="../media/image8.svg"/><Relationship Id="rId10" Type="http://schemas.openxmlformats.org/officeDocument/2006/relationships/image" Target="../media/image47.png"/><Relationship Id="rId4" Type="http://schemas.openxmlformats.org/officeDocument/2006/relationships/image" Target="../media/image7.png"/><Relationship Id="rId9" Type="http://schemas.openxmlformats.org/officeDocument/2006/relationships/image" Target="../media/image46.svg"/><Relationship Id="rId14" Type="http://schemas.openxmlformats.org/officeDocument/2006/relationships/image" Target="../media/image4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10.svg"/><Relationship Id="rId3" Type="http://schemas.openxmlformats.org/officeDocument/2006/relationships/image" Target="../media/image28.svg"/><Relationship Id="rId7" Type="http://schemas.openxmlformats.org/officeDocument/2006/relationships/image" Target="../media/image4.svg"/><Relationship Id="rId12" Type="http://schemas.openxmlformats.org/officeDocument/2006/relationships/image" Target="../media/image9.png"/><Relationship Id="rId2" Type="http://schemas.openxmlformats.org/officeDocument/2006/relationships/image" Target="../media/image27.png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42.svg"/><Relationship Id="rId15" Type="http://schemas.openxmlformats.org/officeDocument/2006/relationships/image" Target="../media/image12.svg"/><Relationship Id="rId10" Type="http://schemas.openxmlformats.org/officeDocument/2006/relationships/image" Target="../media/image7.png"/><Relationship Id="rId4" Type="http://schemas.openxmlformats.org/officeDocument/2006/relationships/image" Target="../media/image41.png"/><Relationship Id="rId9" Type="http://schemas.openxmlformats.org/officeDocument/2006/relationships/image" Target="../media/image2.svg"/><Relationship Id="rId1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2.svg"/><Relationship Id="rId3" Type="http://schemas.openxmlformats.org/officeDocument/2006/relationships/image" Target="../media/image28.svg"/><Relationship Id="rId7" Type="http://schemas.openxmlformats.org/officeDocument/2006/relationships/image" Target="../media/image52.svg"/><Relationship Id="rId12" Type="http://schemas.openxmlformats.org/officeDocument/2006/relationships/image" Target="../media/image1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24.svg"/><Relationship Id="rId5" Type="http://schemas.openxmlformats.org/officeDocument/2006/relationships/image" Target="../media/image42.svg"/><Relationship Id="rId10" Type="http://schemas.openxmlformats.org/officeDocument/2006/relationships/image" Target="../media/image23.png"/><Relationship Id="rId4" Type="http://schemas.openxmlformats.org/officeDocument/2006/relationships/image" Target="../media/image41.png"/><Relationship Id="rId9" Type="http://schemas.openxmlformats.org/officeDocument/2006/relationships/image" Target="../media/image10.svg"/><Relationship Id="rId14" Type="http://schemas.openxmlformats.org/officeDocument/2006/relationships/image" Target="../media/image5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56.svg"/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12" Type="http://schemas.openxmlformats.org/officeDocument/2006/relationships/image" Target="../media/image55.png"/><Relationship Id="rId2" Type="http://schemas.openxmlformats.org/officeDocument/2006/relationships/image" Target="../media/image1.png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42.svg"/><Relationship Id="rId5" Type="http://schemas.openxmlformats.org/officeDocument/2006/relationships/image" Target="../media/image8.svg"/><Relationship Id="rId15" Type="http://schemas.openxmlformats.org/officeDocument/2006/relationships/image" Target="../media/image12.svg"/><Relationship Id="rId10" Type="http://schemas.openxmlformats.org/officeDocument/2006/relationships/image" Target="../media/image41.png"/><Relationship Id="rId4" Type="http://schemas.openxmlformats.org/officeDocument/2006/relationships/image" Target="../media/image7.png"/><Relationship Id="rId9" Type="http://schemas.openxmlformats.org/officeDocument/2006/relationships/image" Target="../media/image28.svg"/><Relationship Id="rId1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12.svg"/><Relationship Id="rId3" Type="http://schemas.openxmlformats.org/officeDocument/2006/relationships/image" Target="../media/image36.svg"/><Relationship Id="rId7" Type="http://schemas.openxmlformats.org/officeDocument/2006/relationships/image" Target="../media/image10.svg"/><Relationship Id="rId12" Type="http://schemas.openxmlformats.org/officeDocument/2006/relationships/image" Target="../media/image1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42.svg"/><Relationship Id="rId5" Type="http://schemas.openxmlformats.org/officeDocument/2006/relationships/image" Target="../media/image8.svg"/><Relationship Id="rId10" Type="http://schemas.openxmlformats.org/officeDocument/2006/relationships/image" Target="../media/image41.png"/><Relationship Id="rId4" Type="http://schemas.openxmlformats.org/officeDocument/2006/relationships/image" Target="../media/image7.png"/><Relationship Id="rId9" Type="http://schemas.openxmlformats.org/officeDocument/2006/relationships/image" Target="../media/image59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12.svg"/><Relationship Id="rId3" Type="http://schemas.openxmlformats.org/officeDocument/2006/relationships/image" Target="../media/image36.svg"/><Relationship Id="rId7" Type="http://schemas.openxmlformats.org/officeDocument/2006/relationships/image" Target="../media/image10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35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42.svg"/><Relationship Id="rId5" Type="http://schemas.openxmlformats.org/officeDocument/2006/relationships/image" Target="../media/image8.svg"/><Relationship Id="rId15" Type="http://schemas.openxmlformats.org/officeDocument/2006/relationships/image" Target="../media/image4.svg"/><Relationship Id="rId10" Type="http://schemas.openxmlformats.org/officeDocument/2006/relationships/image" Target="../media/image41.png"/><Relationship Id="rId4" Type="http://schemas.openxmlformats.org/officeDocument/2006/relationships/image" Target="../media/image7.png"/><Relationship Id="rId9" Type="http://schemas.openxmlformats.org/officeDocument/2006/relationships/image" Target="../media/image61.svg"/><Relationship Id="rId1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26.svg"/><Relationship Id="rId7" Type="http://schemas.openxmlformats.org/officeDocument/2006/relationships/image" Target="../media/image63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image" Target="../media/image12.svg"/><Relationship Id="rId5" Type="http://schemas.openxmlformats.org/officeDocument/2006/relationships/image" Target="../media/image10.svg"/><Relationship Id="rId10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65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2.svg"/><Relationship Id="rId3" Type="http://schemas.openxmlformats.org/officeDocument/2006/relationships/image" Target="../media/image59.svg"/><Relationship Id="rId7" Type="http://schemas.openxmlformats.org/officeDocument/2006/relationships/image" Target="../media/image26.svg"/><Relationship Id="rId12" Type="http://schemas.openxmlformats.org/officeDocument/2006/relationships/image" Target="../media/image11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24.svg"/><Relationship Id="rId5" Type="http://schemas.openxmlformats.org/officeDocument/2006/relationships/image" Target="../media/image42.svg"/><Relationship Id="rId15" Type="http://schemas.openxmlformats.org/officeDocument/2006/relationships/image" Target="../media/image16.svg"/><Relationship Id="rId10" Type="http://schemas.openxmlformats.org/officeDocument/2006/relationships/image" Target="../media/image23.png"/><Relationship Id="rId4" Type="http://schemas.openxmlformats.org/officeDocument/2006/relationships/image" Target="../media/image41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69.svg"/><Relationship Id="rId3" Type="http://schemas.openxmlformats.org/officeDocument/2006/relationships/image" Target="../media/image4.svg"/><Relationship Id="rId7" Type="http://schemas.openxmlformats.org/officeDocument/2006/relationships/image" Target="../media/image10.svg"/><Relationship Id="rId12" Type="http://schemas.openxmlformats.org/officeDocument/2006/relationships/image" Target="../media/image68.png"/><Relationship Id="rId17" Type="http://schemas.openxmlformats.org/officeDocument/2006/relationships/image" Target="../media/image8.svg"/><Relationship Id="rId2" Type="http://schemas.openxmlformats.org/officeDocument/2006/relationships/image" Target="../media/image3.png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67.svg"/><Relationship Id="rId5" Type="http://schemas.openxmlformats.org/officeDocument/2006/relationships/image" Target="../media/image26.svg"/><Relationship Id="rId15" Type="http://schemas.openxmlformats.org/officeDocument/2006/relationships/image" Target="../media/image24.svg"/><Relationship Id="rId10" Type="http://schemas.openxmlformats.org/officeDocument/2006/relationships/image" Target="../media/image66.png"/><Relationship Id="rId4" Type="http://schemas.openxmlformats.org/officeDocument/2006/relationships/image" Target="../media/image25.png"/><Relationship Id="rId9" Type="http://schemas.openxmlformats.org/officeDocument/2006/relationships/image" Target="../media/image12.svg"/><Relationship Id="rId1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71.svg"/><Relationship Id="rId3" Type="http://schemas.openxmlformats.org/officeDocument/2006/relationships/image" Target="../media/image26.svg"/><Relationship Id="rId7" Type="http://schemas.openxmlformats.org/officeDocument/2006/relationships/image" Target="../media/image4.svg"/><Relationship Id="rId12" Type="http://schemas.openxmlformats.org/officeDocument/2006/relationships/image" Target="../media/image7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2.svg"/><Relationship Id="rId5" Type="http://schemas.openxmlformats.org/officeDocument/2006/relationships/image" Target="../media/image10.svg"/><Relationship Id="rId10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24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71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7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36.svg"/><Relationship Id="rId15" Type="http://schemas.openxmlformats.org/officeDocument/2006/relationships/image" Target="../media/image24.svg"/><Relationship Id="rId10" Type="http://schemas.openxmlformats.org/officeDocument/2006/relationships/image" Target="../media/image11.png"/><Relationship Id="rId4" Type="http://schemas.openxmlformats.org/officeDocument/2006/relationships/image" Target="../media/image35.png"/><Relationship Id="rId9" Type="http://schemas.openxmlformats.org/officeDocument/2006/relationships/image" Target="../media/image10.svg"/><Relationship Id="rId1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71.svg"/><Relationship Id="rId3" Type="http://schemas.openxmlformats.org/officeDocument/2006/relationships/image" Target="../media/image26.svg"/><Relationship Id="rId7" Type="http://schemas.openxmlformats.org/officeDocument/2006/relationships/image" Target="../media/image4.svg"/><Relationship Id="rId12" Type="http://schemas.openxmlformats.org/officeDocument/2006/relationships/image" Target="../media/image7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2.svg"/><Relationship Id="rId5" Type="http://schemas.openxmlformats.org/officeDocument/2006/relationships/image" Target="../media/image10.svg"/><Relationship Id="rId10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24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71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7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36.svg"/><Relationship Id="rId15" Type="http://schemas.openxmlformats.org/officeDocument/2006/relationships/image" Target="../media/image24.svg"/><Relationship Id="rId10" Type="http://schemas.openxmlformats.org/officeDocument/2006/relationships/image" Target="../media/image11.png"/><Relationship Id="rId4" Type="http://schemas.openxmlformats.org/officeDocument/2006/relationships/image" Target="../media/image35.png"/><Relationship Id="rId9" Type="http://schemas.openxmlformats.org/officeDocument/2006/relationships/image" Target="../media/image10.svg"/><Relationship Id="rId1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71.svg"/><Relationship Id="rId3" Type="http://schemas.openxmlformats.org/officeDocument/2006/relationships/image" Target="../media/image26.svg"/><Relationship Id="rId7" Type="http://schemas.openxmlformats.org/officeDocument/2006/relationships/image" Target="../media/image4.svg"/><Relationship Id="rId12" Type="http://schemas.openxmlformats.org/officeDocument/2006/relationships/image" Target="../media/image7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2.svg"/><Relationship Id="rId5" Type="http://schemas.openxmlformats.org/officeDocument/2006/relationships/image" Target="../media/image10.svg"/><Relationship Id="rId10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24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8.svg"/><Relationship Id="rId3" Type="http://schemas.openxmlformats.org/officeDocument/2006/relationships/image" Target="../media/image4.svg"/><Relationship Id="rId7" Type="http://schemas.openxmlformats.org/officeDocument/2006/relationships/image" Target="../media/image10.svg"/><Relationship Id="rId12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67.svg"/><Relationship Id="rId5" Type="http://schemas.openxmlformats.org/officeDocument/2006/relationships/image" Target="../media/image26.svg"/><Relationship Id="rId10" Type="http://schemas.openxmlformats.org/officeDocument/2006/relationships/image" Target="../media/image66.png"/><Relationship Id="rId4" Type="http://schemas.openxmlformats.org/officeDocument/2006/relationships/image" Target="../media/image25.png"/><Relationship Id="rId9" Type="http://schemas.openxmlformats.org/officeDocument/2006/relationships/image" Target="../media/image12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svg"/><Relationship Id="rId18" Type="http://schemas.openxmlformats.org/officeDocument/2006/relationships/image" Target="../media/image5.png"/><Relationship Id="rId3" Type="http://schemas.openxmlformats.org/officeDocument/2006/relationships/image" Target="../media/image73.svg"/><Relationship Id="rId7" Type="http://schemas.openxmlformats.org/officeDocument/2006/relationships/image" Target="../media/image77.svg"/><Relationship Id="rId12" Type="http://schemas.openxmlformats.org/officeDocument/2006/relationships/image" Target="../media/image82.png"/><Relationship Id="rId17" Type="http://schemas.openxmlformats.org/officeDocument/2006/relationships/image" Target="../media/image87.svg"/><Relationship Id="rId2" Type="http://schemas.openxmlformats.org/officeDocument/2006/relationships/image" Target="../media/image72.png"/><Relationship Id="rId16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11" Type="http://schemas.openxmlformats.org/officeDocument/2006/relationships/image" Target="../media/image81.svg"/><Relationship Id="rId5" Type="http://schemas.openxmlformats.org/officeDocument/2006/relationships/image" Target="../media/image75.svg"/><Relationship Id="rId15" Type="http://schemas.openxmlformats.org/officeDocument/2006/relationships/image" Target="../media/image85.svg"/><Relationship Id="rId10" Type="http://schemas.openxmlformats.org/officeDocument/2006/relationships/image" Target="../media/image80.png"/><Relationship Id="rId19" Type="http://schemas.openxmlformats.org/officeDocument/2006/relationships/image" Target="../media/image6.svg"/><Relationship Id="rId4" Type="http://schemas.openxmlformats.org/officeDocument/2006/relationships/image" Target="../media/image74.png"/><Relationship Id="rId9" Type="http://schemas.openxmlformats.org/officeDocument/2006/relationships/image" Target="../media/image79.svg"/><Relationship Id="rId14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26890" flipV="1">
            <a:off x="-293174" y="-1581935"/>
            <a:ext cx="10078341" cy="2267627"/>
          </a:xfrm>
          <a:custGeom>
            <a:avLst/>
            <a:gdLst/>
            <a:ahLst/>
            <a:cxnLst/>
            <a:rect l="l" t="t" r="r" b="b"/>
            <a:pathLst>
              <a:path w="10078341" h="2267627">
                <a:moveTo>
                  <a:pt x="0" y="2267627"/>
                </a:moveTo>
                <a:lnTo>
                  <a:pt x="10078341" y="2267627"/>
                </a:lnTo>
                <a:lnTo>
                  <a:pt x="10078341" y="0"/>
                </a:lnTo>
                <a:lnTo>
                  <a:pt x="0" y="0"/>
                </a:lnTo>
                <a:lnTo>
                  <a:pt x="0" y="226762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1135060" flipH="1">
            <a:off x="-3027919" y="8528599"/>
            <a:ext cx="6687396" cy="6496731"/>
          </a:xfrm>
          <a:custGeom>
            <a:avLst/>
            <a:gdLst/>
            <a:ahLst/>
            <a:cxnLst/>
            <a:rect l="l" t="t" r="r" b="b"/>
            <a:pathLst>
              <a:path w="6687396" h="6496731">
                <a:moveTo>
                  <a:pt x="6687396" y="0"/>
                </a:moveTo>
                <a:lnTo>
                  <a:pt x="0" y="0"/>
                </a:lnTo>
                <a:lnTo>
                  <a:pt x="0" y="6496730"/>
                </a:lnTo>
                <a:lnTo>
                  <a:pt x="6687396" y="6496730"/>
                </a:lnTo>
                <a:lnTo>
                  <a:pt x="668739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599" flipH="1">
            <a:off x="10099613" y="-4738329"/>
            <a:ext cx="6687396" cy="6496731"/>
          </a:xfrm>
          <a:custGeom>
            <a:avLst/>
            <a:gdLst/>
            <a:ahLst/>
            <a:cxnLst/>
            <a:rect l="l" t="t" r="r" b="b"/>
            <a:pathLst>
              <a:path w="6687396" h="6496731">
                <a:moveTo>
                  <a:pt x="6687396" y="0"/>
                </a:moveTo>
                <a:lnTo>
                  <a:pt x="0" y="0"/>
                </a:lnTo>
                <a:lnTo>
                  <a:pt x="0" y="6496730"/>
                </a:lnTo>
                <a:lnTo>
                  <a:pt x="6687396" y="6496730"/>
                </a:lnTo>
                <a:lnTo>
                  <a:pt x="668739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9984307" flipV="1">
            <a:off x="9269321" y="9416929"/>
            <a:ext cx="10078341" cy="2267627"/>
          </a:xfrm>
          <a:custGeom>
            <a:avLst/>
            <a:gdLst/>
            <a:ahLst/>
            <a:cxnLst/>
            <a:rect l="l" t="t" r="r" b="b"/>
            <a:pathLst>
              <a:path w="10078341" h="2267627">
                <a:moveTo>
                  <a:pt x="0" y="2267627"/>
                </a:moveTo>
                <a:lnTo>
                  <a:pt x="10078341" y="2267627"/>
                </a:lnTo>
                <a:lnTo>
                  <a:pt x="10078341" y="0"/>
                </a:lnTo>
                <a:lnTo>
                  <a:pt x="0" y="0"/>
                </a:lnTo>
                <a:lnTo>
                  <a:pt x="0" y="226762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409544">
            <a:off x="270392" y="8143531"/>
            <a:ext cx="2136427" cy="1610332"/>
          </a:xfrm>
          <a:custGeom>
            <a:avLst/>
            <a:gdLst/>
            <a:ahLst/>
            <a:cxnLst/>
            <a:rect l="l" t="t" r="r" b="b"/>
            <a:pathLst>
              <a:path w="2136427" h="1610332">
                <a:moveTo>
                  <a:pt x="0" y="0"/>
                </a:moveTo>
                <a:lnTo>
                  <a:pt x="2136427" y="0"/>
                </a:lnTo>
                <a:lnTo>
                  <a:pt x="2136427" y="1610332"/>
                </a:lnTo>
                <a:lnTo>
                  <a:pt x="0" y="16103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400000" flipV="1">
            <a:off x="1463146" y="1895135"/>
            <a:ext cx="6687396" cy="6496731"/>
          </a:xfrm>
          <a:custGeom>
            <a:avLst/>
            <a:gdLst/>
            <a:ahLst/>
            <a:cxnLst/>
            <a:rect l="l" t="t" r="r" b="b"/>
            <a:pathLst>
              <a:path w="6687396" h="6496731">
                <a:moveTo>
                  <a:pt x="0" y="6496730"/>
                </a:moveTo>
                <a:lnTo>
                  <a:pt x="6687396" y="6496730"/>
                </a:lnTo>
                <a:lnTo>
                  <a:pt x="6687396" y="0"/>
                </a:lnTo>
                <a:lnTo>
                  <a:pt x="0" y="0"/>
                </a:lnTo>
                <a:lnTo>
                  <a:pt x="0" y="649673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365733">
            <a:off x="14012832" y="137734"/>
            <a:ext cx="5029159" cy="3639282"/>
          </a:xfrm>
          <a:custGeom>
            <a:avLst/>
            <a:gdLst/>
            <a:ahLst/>
            <a:cxnLst/>
            <a:rect l="l" t="t" r="r" b="b"/>
            <a:pathLst>
              <a:path w="5029159" h="3639282">
                <a:moveTo>
                  <a:pt x="0" y="0"/>
                </a:moveTo>
                <a:lnTo>
                  <a:pt x="5029159" y="0"/>
                </a:lnTo>
                <a:lnTo>
                  <a:pt x="5029159" y="3639283"/>
                </a:lnTo>
                <a:lnTo>
                  <a:pt x="0" y="36392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rot="-650911" flipH="1">
            <a:off x="2595769" y="143982"/>
            <a:ext cx="1646575" cy="1227765"/>
          </a:xfrm>
          <a:custGeom>
            <a:avLst/>
            <a:gdLst/>
            <a:ahLst/>
            <a:cxnLst/>
            <a:rect l="l" t="t" r="r" b="b"/>
            <a:pathLst>
              <a:path w="1646575" h="1227765">
                <a:moveTo>
                  <a:pt x="1646575" y="0"/>
                </a:moveTo>
                <a:lnTo>
                  <a:pt x="0" y="0"/>
                </a:lnTo>
                <a:lnTo>
                  <a:pt x="0" y="1227765"/>
                </a:lnTo>
                <a:lnTo>
                  <a:pt x="1646575" y="1227765"/>
                </a:lnTo>
                <a:lnTo>
                  <a:pt x="1646575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650911">
            <a:off x="13881833" y="8644417"/>
            <a:ext cx="1646575" cy="1227765"/>
          </a:xfrm>
          <a:custGeom>
            <a:avLst/>
            <a:gdLst/>
            <a:ahLst/>
            <a:cxnLst/>
            <a:rect l="l" t="t" r="r" b="b"/>
            <a:pathLst>
              <a:path w="1646575" h="1227765">
                <a:moveTo>
                  <a:pt x="0" y="0"/>
                </a:moveTo>
                <a:lnTo>
                  <a:pt x="1646575" y="0"/>
                </a:lnTo>
                <a:lnTo>
                  <a:pt x="1646575" y="1227766"/>
                </a:lnTo>
                <a:lnTo>
                  <a:pt x="0" y="122776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7947830">
            <a:off x="-508328" y="3821537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0" y="0"/>
                </a:moveTo>
                <a:lnTo>
                  <a:pt x="1648214" y="0"/>
                </a:lnTo>
                <a:lnTo>
                  <a:pt x="1648214" y="424415"/>
                </a:lnTo>
                <a:lnTo>
                  <a:pt x="0" y="42441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-971214">
            <a:off x="16537638" y="7568637"/>
            <a:ext cx="2237178" cy="391506"/>
          </a:xfrm>
          <a:custGeom>
            <a:avLst/>
            <a:gdLst/>
            <a:ahLst/>
            <a:cxnLst/>
            <a:rect l="l" t="t" r="r" b="b"/>
            <a:pathLst>
              <a:path w="2237178" h="391506">
                <a:moveTo>
                  <a:pt x="0" y="0"/>
                </a:moveTo>
                <a:lnTo>
                  <a:pt x="2237179" y="0"/>
                </a:lnTo>
                <a:lnTo>
                  <a:pt x="2237179" y="391506"/>
                </a:lnTo>
                <a:lnTo>
                  <a:pt x="0" y="39150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9907227" y="1334007"/>
            <a:ext cx="493441" cy="493441"/>
          </a:xfrm>
          <a:custGeom>
            <a:avLst/>
            <a:gdLst/>
            <a:ahLst/>
            <a:cxnLst/>
            <a:rect l="l" t="t" r="r" b="b"/>
            <a:pathLst>
              <a:path w="493441" h="493441">
                <a:moveTo>
                  <a:pt x="0" y="0"/>
                </a:moveTo>
                <a:lnTo>
                  <a:pt x="493441" y="0"/>
                </a:lnTo>
                <a:lnTo>
                  <a:pt x="493441" y="493441"/>
                </a:lnTo>
                <a:lnTo>
                  <a:pt x="0" y="49344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591289" y="9011579"/>
            <a:ext cx="493441" cy="493441"/>
          </a:xfrm>
          <a:custGeom>
            <a:avLst/>
            <a:gdLst/>
            <a:ahLst/>
            <a:cxnLst/>
            <a:rect l="l" t="t" r="r" b="b"/>
            <a:pathLst>
              <a:path w="493441" h="493441">
                <a:moveTo>
                  <a:pt x="0" y="0"/>
                </a:moveTo>
                <a:lnTo>
                  <a:pt x="493441" y="0"/>
                </a:lnTo>
                <a:lnTo>
                  <a:pt x="493441" y="493442"/>
                </a:lnTo>
                <a:lnTo>
                  <a:pt x="0" y="49344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762000" y="1580727"/>
            <a:ext cx="8382000" cy="7190579"/>
          </a:xfrm>
          <a:custGeom>
            <a:avLst/>
            <a:gdLst/>
            <a:ahLst/>
            <a:cxnLst/>
            <a:rect l="l" t="t" r="r" b="b"/>
            <a:pathLst>
              <a:path w="8382000" h="7190579">
                <a:moveTo>
                  <a:pt x="0" y="0"/>
                </a:moveTo>
                <a:lnTo>
                  <a:pt x="8382000" y="0"/>
                </a:lnTo>
                <a:lnTo>
                  <a:pt x="8382000" y="7190579"/>
                </a:lnTo>
                <a:lnTo>
                  <a:pt x="0" y="719057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423094" y="2791689"/>
            <a:ext cx="7770795" cy="4543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b="1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Sistem Peredaran Darah Manusia</a:t>
            </a:r>
          </a:p>
        </p:txBody>
      </p:sp>
      <p:pic>
        <p:nvPicPr>
          <p:cNvPr id="17" name="Picture 17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747.077" end="23.994"/>
                </p14:media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629650" y="4629150"/>
            <a:ext cx="1028700" cy="1028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cmd cmd="playFrom(0.0)">
              <p:cBhvr>
                <p:cTn id="2"/>
                <p:tgtEl>
                  <p:spTgt spid="17"/>
                </p:tgtEl>
              </p:cBhvr>
            </p:cmd>
            <p:audio>
              <p:cMediaNode vol="100000" showWhenStopped="0">
                <p:cTn id="3"/>
                <p:tgtEl>
                  <p:spTgt spid="1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165620" y="2097495"/>
            <a:ext cx="6726149" cy="9392330"/>
          </a:xfrm>
          <a:custGeom>
            <a:avLst/>
            <a:gdLst/>
            <a:ahLst/>
            <a:cxnLst/>
            <a:rect l="l" t="t" r="r" b="b"/>
            <a:pathLst>
              <a:path w="6726149" h="9392330">
                <a:moveTo>
                  <a:pt x="0" y="0"/>
                </a:moveTo>
                <a:lnTo>
                  <a:pt x="6726148" y="0"/>
                </a:lnTo>
                <a:lnTo>
                  <a:pt x="6726148" y="9392330"/>
                </a:lnTo>
                <a:lnTo>
                  <a:pt x="0" y="9392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3040"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782204" flipV="1">
            <a:off x="11215563" y="-1277624"/>
            <a:ext cx="10078341" cy="2267627"/>
          </a:xfrm>
          <a:custGeom>
            <a:avLst/>
            <a:gdLst/>
            <a:ahLst/>
            <a:cxnLst/>
            <a:rect l="l" t="t" r="r" b="b"/>
            <a:pathLst>
              <a:path w="10078341" h="2267627">
                <a:moveTo>
                  <a:pt x="0" y="2267627"/>
                </a:moveTo>
                <a:lnTo>
                  <a:pt x="10078341" y="2267627"/>
                </a:lnTo>
                <a:lnTo>
                  <a:pt x="10078341" y="0"/>
                </a:lnTo>
                <a:lnTo>
                  <a:pt x="0" y="0"/>
                </a:lnTo>
                <a:lnTo>
                  <a:pt x="0" y="226762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807127">
            <a:off x="194820" y="6504430"/>
            <a:ext cx="4270763" cy="3090479"/>
          </a:xfrm>
          <a:custGeom>
            <a:avLst/>
            <a:gdLst/>
            <a:ahLst/>
            <a:cxnLst/>
            <a:rect l="l" t="t" r="r" b="b"/>
            <a:pathLst>
              <a:path w="4270763" h="3090479">
                <a:moveTo>
                  <a:pt x="0" y="0"/>
                </a:moveTo>
                <a:lnTo>
                  <a:pt x="4270763" y="0"/>
                </a:lnTo>
                <a:lnTo>
                  <a:pt x="4270763" y="3090480"/>
                </a:lnTo>
                <a:lnTo>
                  <a:pt x="0" y="30904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-9932970" flipV="1">
            <a:off x="-2145532" y="9511444"/>
            <a:ext cx="10078341" cy="2267627"/>
          </a:xfrm>
          <a:custGeom>
            <a:avLst/>
            <a:gdLst/>
            <a:ahLst/>
            <a:cxnLst/>
            <a:rect l="l" t="t" r="r" b="b"/>
            <a:pathLst>
              <a:path w="10078341" h="2267627">
                <a:moveTo>
                  <a:pt x="0" y="2267627"/>
                </a:moveTo>
                <a:lnTo>
                  <a:pt x="10078341" y="2267627"/>
                </a:lnTo>
                <a:lnTo>
                  <a:pt x="10078341" y="0"/>
                </a:lnTo>
                <a:lnTo>
                  <a:pt x="0" y="0"/>
                </a:lnTo>
                <a:lnTo>
                  <a:pt x="0" y="226762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flipH="1">
            <a:off x="1396232" y="1734102"/>
            <a:ext cx="8351637" cy="6818795"/>
          </a:xfrm>
          <a:custGeom>
            <a:avLst/>
            <a:gdLst/>
            <a:ahLst/>
            <a:cxnLst/>
            <a:rect l="l" t="t" r="r" b="b"/>
            <a:pathLst>
              <a:path w="8351637" h="6818795">
                <a:moveTo>
                  <a:pt x="8351637" y="0"/>
                </a:moveTo>
                <a:lnTo>
                  <a:pt x="0" y="0"/>
                </a:lnTo>
                <a:lnTo>
                  <a:pt x="0" y="6818796"/>
                </a:lnTo>
                <a:lnTo>
                  <a:pt x="8351637" y="6818796"/>
                </a:lnTo>
                <a:lnTo>
                  <a:pt x="835163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2406" t="-9820" r="-12779"/>
            </a:stretch>
          </a:blipFill>
          <a:ln cap="sq">
            <a:noFill/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2893638" y="2610780"/>
            <a:ext cx="5356824" cy="1094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59"/>
              </a:lnSpc>
              <a:spcBef>
                <a:spcPct val="0"/>
              </a:spcBef>
            </a:pPr>
            <a:r>
              <a:rPr lang="en-US" sz="6399" b="1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Ayo Diskusi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58042" y="4124554"/>
            <a:ext cx="5828015" cy="2841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Bagaimana olahraga dapat mempengaruhi sistem peredaran darah kita?</a:t>
            </a:r>
          </a:p>
        </p:txBody>
      </p:sp>
      <p:sp>
        <p:nvSpPr>
          <p:cNvPr id="9" name="Freeform 9"/>
          <p:cNvSpPr/>
          <p:nvPr/>
        </p:nvSpPr>
        <p:spPr>
          <a:xfrm rot="1060525">
            <a:off x="15142390" y="122483"/>
            <a:ext cx="2224687" cy="1676858"/>
          </a:xfrm>
          <a:custGeom>
            <a:avLst/>
            <a:gdLst/>
            <a:ahLst/>
            <a:cxnLst/>
            <a:rect l="l" t="t" r="r" b="b"/>
            <a:pathLst>
              <a:path w="2224687" h="1676858">
                <a:moveTo>
                  <a:pt x="0" y="0"/>
                </a:moveTo>
                <a:lnTo>
                  <a:pt x="2224687" y="0"/>
                </a:lnTo>
                <a:lnTo>
                  <a:pt x="2224687" y="1676858"/>
                </a:lnTo>
                <a:lnTo>
                  <a:pt x="0" y="167685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8100000">
            <a:off x="8130309" y="2454792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0" y="0"/>
                </a:moveTo>
                <a:lnTo>
                  <a:pt x="1648213" y="0"/>
                </a:lnTo>
                <a:lnTo>
                  <a:pt x="1648213" y="424416"/>
                </a:lnTo>
                <a:lnTo>
                  <a:pt x="0" y="42441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 rot="-108599" flipH="1">
            <a:off x="-1638265" y="-4666506"/>
            <a:ext cx="6687396" cy="6496731"/>
          </a:xfrm>
          <a:custGeom>
            <a:avLst/>
            <a:gdLst/>
            <a:ahLst/>
            <a:cxnLst/>
            <a:rect l="l" t="t" r="r" b="b"/>
            <a:pathLst>
              <a:path w="6687396" h="6496731">
                <a:moveTo>
                  <a:pt x="6687395" y="0"/>
                </a:moveTo>
                <a:lnTo>
                  <a:pt x="0" y="0"/>
                </a:lnTo>
                <a:lnTo>
                  <a:pt x="0" y="6496731"/>
                </a:lnTo>
                <a:lnTo>
                  <a:pt x="6687395" y="6496731"/>
                </a:lnTo>
                <a:lnTo>
                  <a:pt x="6687395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08599" flipH="1">
            <a:off x="16166568" y="5837563"/>
            <a:ext cx="6687396" cy="6496731"/>
          </a:xfrm>
          <a:custGeom>
            <a:avLst/>
            <a:gdLst/>
            <a:ahLst/>
            <a:cxnLst/>
            <a:rect l="l" t="t" r="r" b="b"/>
            <a:pathLst>
              <a:path w="6687396" h="6496731">
                <a:moveTo>
                  <a:pt x="6687396" y="0"/>
                </a:moveTo>
                <a:lnTo>
                  <a:pt x="0" y="0"/>
                </a:lnTo>
                <a:lnTo>
                  <a:pt x="0" y="6496731"/>
                </a:lnTo>
                <a:lnTo>
                  <a:pt x="6687396" y="6496731"/>
                </a:lnTo>
                <a:lnTo>
                  <a:pt x="6687396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728189" y="8306177"/>
            <a:ext cx="493441" cy="493441"/>
          </a:xfrm>
          <a:custGeom>
            <a:avLst/>
            <a:gdLst/>
            <a:ahLst/>
            <a:cxnLst/>
            <a:rect l="l" t="t" r="r" b="b"/>
            <a:pathLst>
              <a:path w="493441" h="493441">
                <a:moveTo>
                  <a:pt x="0" y="0"/>
                </a:moveTo>
                <a:lnTo>
                  <a:pt x="493442" y="0"/>
                </a:lnTo>
                <a:lnTo>
                  <a:pt x="493442" y="493441"/>
                </a:lnTo>
                <a:lnTo>
                  <a:pt x="0" y="49344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271678" y="3753703"/>
            <a:ext cx="481073" cy="494676"/>
          </a:xfrm>
          <a:custGeom>
            <a:avLst/>
            <a:gdLst/>
            <a:ahLst/>
            <a:cxnLst/>
            <a:rect l="l" t="t" r="r" b="b"/>
            <a:pathLst>
              <a:path w="481073" h="494676">
                <a:moveTo>
                  <a:pt x="0" y="0"/>
                </a:moveTo>
                <a:lnTo>
                  <a:pt x="481072" y="0"/>
                </a:lnTo>
                <a:lnTo>
                  <a:pt x="481072" y="494676"/>
                </a:lnTo>
                <a:lnTo>
                  <a:pt x="0" y="49467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849147" y="3152447"/>
            <a:ext cx="481073" cy="494676"/>
          </a:xfrm>
          <a:custGeom>
            <a:avLst/>
            <a:gdLst/>
            <a:ahLst/>
            <a:cxnLst/>
            <a:rect l="l" t="t" r="r" b="b"/>
            <a:pathLst>
              <a:path w="481073" h="494676">
                <a:moveTo>
                  <a:pt x="0" y="0"/>
                </a:moveTo>
                <a:lnTo>
                  <a:pt x="481073" y="0"/>
                </a:lnTo>
                <a:lnTo>
                  <a:pt x="481073" y="494676"/>
                </a:lnTo>
                <a:lnTo>
                  <a:pt x="0" y="49467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784884">
            <a:off x="-1892171" y="-2860972"/>
            <a:ext cx="7972096" cy="5301444"/>
          </a:xfrm>
          <a:custGeom>
            <a:avLst/>
            <a:gdLst/>
            <a:ahLst/>
            <a:cxnLst/>
            <a:rect l="l" t="t" r="r" b="b"/>
            <a:pathLst>
              <a:path w="7972096" h="5301444">
                <a:moveTo>
                  <a:pt x="0" y="0"/>
                </a:moveTo>
                <a:lnTo>
                  <a:pt x="7972097" y="0"/>
                </a:lnTo>
                <a:lnTo>
                  <a:pt x="7972097" y="5301444"/>
                </a:lnTo>
                <a:lnTo>
                  <a:pt x="0" y="53014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7909152">
            <a:off x="13388842" y="7230845"/>
            <a:ext cx="7972096" cy="5301444"/>
          </a:xfrm>
          <a:custGeom>
            <a:avLst/>
            <a:gdLst/>
            <a:ahLst/>
            <a:cxnLst/>
            <a:rect l="l" t="t" r="r" b="b"/>
            <a:pathLst>
              <a:path w="7972096" h="5301444">
                <a:moveTo>
                  <a:pt x="0" y="0"/>
                </a:moveTo>
                <a:lnTo>
                  <a:pt x="7972096" y="0"/>
                </a:lnTo>
                <a:lnTo>
                  <a:pt x="7972096" y="5301444"/>
                </a:lnTo>
                <a:lnTo>
                  <a:pt x="0" y="53014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807127" flipH="1">
            <a:off x="15927554" y="-196743"/>
            <a:ext cx="2894672" cy="2094690"/>
          </a:xfrm>
          <a:custGeom>
            <a:avLst/>
            <a:gdLst/>
            <a:ahLst/>
            <a:cxnLst/>
            <a:rect l="l" t="t" r="r" b="b"/>
            <a:pathLst>
              <a:path w="2894672" h="2094690">
                <a:moveTo>
                  <a:pt x="2894672" y="0"/>
                </a:moveTo>
                <a:lnTo>
                  <a:pt x="0" y="0"/>
                </a:lnTo>
                <a:lnTo>
                  <a:pt x="0" y="2094690"/>
                </a:lnTo>
                <a:lnTo>
                  <a:pt x="2894672" y="2094690"/>
                </a:lnTo>
                <a:lnTo>
                  <a:pt x="289467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807127">
            <a:off x="-565162" y="8606377"/>
            <a:ext cx="2894672" cy="2094690"/>
          </a:xfrm>
          <a:custGeom>
            <a:avLst/>
            <a:gdLst/>
            <a:ahLst/>
            <a:cxnLst/>
            <a:rect l="l" t="t" r="r" b="b"/>
            <a:pathLst>
              <a:path w="2894672" h="2094690">
                <a:moveTo>
                  <a:pt x="0" y="0"/>
                </a:moveTo>
                <a:lnTo>
                  <a:pt x="2894672" y="0"/>
                </a:lnTo>
                <a:lnTo>
                  <a:pt x="2894672" y="2094690"/>
                </a:lnTo>
                <a:lnTo>
                  <a:pt x="0" y="2094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7213574" y="3463241"/>
            <a:ext cx="8367417" cy="1422461"/>
          </a:xfrm>
          <a:custGeom>
            <a:avLst/>
            <a:gdLst/>
            <a:ahLst/>
            <a:cxnLst/>
            <a:rect l="l" t="t" r="r" b="b"/>
            <a:pathLst>
              <a:path w="8367417" h="1422461">
                <a:moveTo>
                  <a:pt x="0" y="0"/>
                </a:moveTo>
                <a:lnTo>
                  <a:pt x="8367417" y="0"/>
                </a:lnTo>
                <a:lnTo>
                  <a:pt x="8367417" y="1422461"/>
                </a:lnTo>
                <a:lnTo>
                  <a:pt x="0" y="14224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7213574" y="5169597"/>
            <a:ext cx="8367417" cy="1422461"/>
          </a:xfrm>
          <a:custGeom>
            <a:avLst/>
            <a:gdLst/>
            <a:ahLst/>
            <a:cxnLst/>
            <a:rect l="l" t="t" r="r" b="b"/>
            <a:pathLst>
              <a:path w="8367417" h="1422461">
                <a:moveTo>
                  <a:pt x="0" y="0"/>
                </a:moveTo>
                <a:lnTo>
                  <a:pt x="8367417" y="0"/>
                </a:lnTo>
                <a:lnTo>
                  <a:pt x="8367417" y="1422461"/>
                </a:lnTo>
                <a:lnTo>
                  <a:pt x="0" y="14224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7672915" y="3908088"/>
            <a:ext cx="608008" cy="532767"/>
          </a:xfrm>
          <a:custGeom>
            <a:avLst/>
            <a:gdLst/>
            <a:ahLst/>
            <a:cxnLst/>
            <a:rect l="l" t="t" r="r" b="b"/>
            <a:pathLst>
              <a:path w="608008" h="532767">
                <a:moveTo>
                  <a:pt x="0" y="0"/>
                </a:moveTo>
                <a:lnTo>
                  <a:pt x="608008" y="0"/>
                </a:lnTo>
                <a:lnTo>
                  <a:pt x="608008" y="532767"/>
                </a:lnTo>
                <a:lnTo>
                  <a:pt x="0" y="5327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672915" y="5614444"/>
            <a:ext cx="608008" cy="532767"/>
          </a:xfrm>
          <a:custGeom>
            <a:avLst/>
            <a:gdLst/>
            <a:ahLst/>
            <a:cxnLst/>
            <a:rect l="l" t="t" r="r" b="b"/>
            <a:pathLst>
              <a:path w="608008" h="532767">
                <a:moveTo>
                  <a:pt x="0" y="0"/>
                </a:moveTo>
                <a:lnTo>
                  <a:pt x="608008" y="0"/>
                </a:lnTo>
                <a:lnTo>
                  <a:pt x="608008" y="532767"/>
                </a:lnTo>
                <a:lnTo>
                  <a:pt x="0" y="5327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827879" y="6039001"/>
            <a:ext cx="4933364" cy="2844922"/>
          </a:xfrm>
          <a:custGeom>
            <a:avLst/>
            <a:gdLst/>
            <a:ahLst/>
            <a:cxnLst/>
            <a:rect l="l" t="t" r="r" b="b"/>
            <a:pathLst>
              <a:path w="4933364" h="2844922">
                <a:moveTo>
                  <a:pt x="0" y="0"/>
                </a:moveTo>
                <a:lnTo>
                  <a:pt x="4933363" y="0"/>
                </a:lnTo>
                <a:lnTo>
                  <a:pt x="4933363" y="2844922"/>
                </a:lnTo>
                <a:lnTo>
                  <a:pt x="0" y="28449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2247020" y="2205910"/>
            <a:ext cx="4334864" cy="6092503"/>
          </a:xfrm>
          <a:custGeom>
            <a:avLst/>
            <a:gdLst/>
            <a:ahLst/>
            <a:cxnLst/>
            <a:rect l="l" t="t" r="r" b="b"/>
            <a:pathLst>
              <a:path w="4334864" h="6092503">
                <a:moveTo>
                  <a:pt x="0" y="0"/>
                </a:moveTo>
                <a:lnTo>
                  <a:pt x="4334864" y="0"/>
                </a:lnTo>
                <a:lnTo>
                  <a:pt x="4334864" y="6092503"/>
                </a:lnTo>
                <a:lnTo>
                  <a:pt x="0" y="60925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7941" r="-3407" b="-7425"/>
            </a:stretch>
          </a:blipFill>
        </p:spPr>
      </p:sp>
      <p:sp>
        <p:nvSpPr>
          <p:cNvPr id="12" name="Freeform 12"/>
          <p:cNvSpPr/>
          <p:nvPr/>
        </p:nvSpPr>
        <p:spPr>
          <a:xfrm rot="-650911" flipH="1">
            <a:off x="3471273" y="143982"/>
            <a:ext cx="1646575" cy="1227765"/>
          </a:xfrm>
          <a:custGeom>
            <a:avLst/>
            <a:gdLst/>
            <a:ahLst/>
            <a:cxnLst/>
            <a:rect l="l" t="t" r="r" b="b"/>
            <a:pathLst>
              <a:path w="1646575" h="1227765">
                <a:moveTo>
                  <a:pt x="1646575" y="0"/>
                </a:moveTo>
                <a:lnTo>
                  <a:pt x="0" y="0"/>
                </a:lnTo>
                <a:lnTo>
                  <a:pt x="0" y="1227765"/>
                </a:lnTo>
                <a:lnTo>
                  <a:pt x="1646575" y="1227765"/>
                </a:lnTo>
                <a:lnTo>
                  <a:pt x="1646575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5728316" y="8644417"/>
            <a:ext cx="1646575" cy="1227765"/>
          </a:xfrm>
          <a:custGeom>
            <a:avLst/>
            <a:gdLst/>
            <a:ahLst/>
            <a:cxnLst/>
            <a:rect l="l" t="t" r="r" b="b"/>
            <a:pathLst>
              <a:path w="1646575" h="1227765">
                <a:moveTo>
                  <a:pt x="0" y="0"/>
                </a:moveTo>
                <a:lnTo>
                  <a:pt x="1646574" y="0"/>
                </a:lnTo>
                <a:lnTo>
                  <a:pt x="1646574" y="1227766"/>
                </a:lnTo>
                <a:lnTo>
                  <a:pt x="0" y="122776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182602">
            <a:off x="-253576" y="3856767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0" y="0"/>
                </a:moveTo>
                <a:lnTo>
                  <a:pt x="1648214" y="0"/>
                </a:lnTo>
                <a:lnTo>
                  <a:pt x="1648214" y="424415"/>
                </a:lnTo>
                <a:lnTo>
                  <a:pt x="0" y="42441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>
            <a:off x="5775135" y="8883923"/>
            <a:ext cx="631429" cy="649284"/>
          </a:xfrm>
          <a:custGeom>
            <a:avLst/>
            <a:gdLst/>
            <a:ahLst/>
            <a:cxnLst/>
            <a:rect l="l" t="t" r="r" b="b"/>
            <a:pathLst>
              <a:path w="631429" h="649284">
                <a:moveTo>
                  <a:pt x="0" y="0"/>
                </a:moveTo>
                <a:lnTo>
                  <a:pt x="631429" y="0"/>
                </a:lnTo>
                <a:lnTo>
                  <a:pt x="631429" y="649284"/>
                </a:lnTo>
                <a:lnTo>
                  <a:pt x="0" y="64928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4949562" y="704058"/>
            <a:ext cx="631429" cy="649284"/>
          </a:xfrm>
          <a:custGeom>
            <a:avLst/>
            <a:gdLst/>
            <a:ahLst/>
            <a:cxnLst/>
            <a:rect l="l" t="t" r="r" b="b"/>
            <a:pathLst>
              <a:path w="631429" h="649284">
                <a:moveTo>
                  <a:pt x="0" y="0"/>
                </a:moveTo>
                <a:lnTo>
                  <a:pt x="631429" y="0"/>
                </a:lnTo>
                <a:lnTo>
                  <a:pt x="631429" y="649284"/>
                </a:lnTo>
                <a:lnTo>
                  <a:pt x="0" y="64928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8739457">
            <a:off x="16872123" y="5402236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0" y="0"/>
                </a:moveTo>
                <a:lnTo>
                  <a:pt x="1648214" y="0"/>
                </a:lnTo>
                <a:lnTo>
                  <a:pt x="1648214" y="424415"/>
                </a:lnTo>
                <a:lnTo>
                  <a:pt x="0" y="42441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8" name="TextBox 18"/>
          <p:cNvSpPr txBox="1"/>
          <p:nvPr/>
        </p:nvSpPr>
        <p:spPr>
          <a:xfrm>
            <a:off x="7213574" y="1845712"/>
            <a:ext cx="8827406" cy="1269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360"/>
              </a:lnSpc>
              <a:spcBef>
                <a:spcPct val="0"/>
              </a:spcBef>
            </a:pPr>
            <a:r>
              <a:rPr lang="en-US" sz="7400" b="1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Tujuan Pembelajaran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67611" y="3619515"/>
            <a:ext cx="6654039" cy="86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r>
              <a:rPr lang="en-ID" sz="2800" dirty="0" err="1"/>
              <a:t>Siswa</a:t>
            </a:r>
            <a:r>
              <a:rPr lang="en-ID" sz="2800" dirty="0"/>
              <a:t> </a:t>
            </a:r>
            <a:r>
              <a:rPr lang="en-ID" sz="2800" dirty="0" err="1"/>
              <a:t>dapat</a:t>
            </a:r>
            <a:r>
              <a:rPr lang="en-ID" sz="2800" dirty="0"/>
              <a:t> </a:t>
            </a:r>
            <a:r>
              <a:rPr lang="en-ID" sz="2800" dirty="0" err="1"/>
              <a:t>menganalisis</a:t>
            </a:r>
            <a:r>
              <a:rPr lang="en-ID" sz="2800" dirty="0"/>
              <a:t> </a:t>
            </a:r>
            <a:r>
              <a:rPr lang="en-ID" sz="2800" dirty="0" err="1"/>
              <a:t>fungsi</a:t>
            </a:r>
            <a:r>
              <a:rPr lang="en-ID" sz="2800" dirty="0"/>
              <a:t> organ pada </a:t>
            </a:r>
            <a:r>
              <a:rPr lang="en-ID" sz="2800" dirty="0" err="1"/>
              <a:t>sistem</a:t>
            </a:r>
            <a:r>
              <a:rPr lang="en-ID" sz="2800" dirty="0"/>
              <a:t> </a:t>
            </a:r>
            <a:r>
              <a:rPr lang="en-ID" sz="2800" dirty="0" err="1"/>
              <a:t>peredaran</a:t>
            </a:r>
            <a:r>
              <a:rPr lang="en-ID" sz="2800" dirty="0"/>
              <a:t> </a:t>
            </a:r>
            <a:r>
              <a:rPr lang="en-ID" sz="2800" dirty="0" err="1"/>
              <a:t>darah</a:t>
            </a:r>
            <a:endParaRPr lang="en-ID" sz="2800" dirty="0"/>
          </a:p>
        </p:txBody>
      </p:sp>
      <p:sp>
        <p:nvSpPr>
          <p:cNvPr id="20" name="TextBox 20"/>
          <p:cNvSpPr txBox="1"/>
          <p:nvPr/>
        </p:nvSpPr>
        <p:spPr>
          <a:xfrm>
            <a:off x="8467611" y="5325870"/>
            <a:ext cx="6654039" cy="970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en-ID" sz="2800" dirty="0" err="1"/>
              <a:t>Siswa</a:t>
            </a:r>
            <a:r>
              <a:rPr lang="en-ID" sz="2800" dirty="0"/>
              <a:t> </a:t>
            </a:r>
            <a:r>
              <a:rPr lang="en-ID" sz="2800" dirty="0" err="1"/>
              <a:t>dapat</a:t>
            </a:r>
            <a:r>
              <a:rPr lang="en-ID" sz="2800" dirty="0"/>
              <a:t> </a:t>
            </a:r>
            <a:r>
              <a:rPr lang="en-ID" sz="2800" dirty="0" err="1"/>
              <a:t>menganalisis</a:t>
            </a:r>
            <a:r>
              <a:rPr lang="en-ID" sz="2800" dirty="0"/>
              <a:t>  </a:t>
            </a:r>
            <a:r>
              <a:rPr lang="en-ID" sz="2800" dirty="0" err="1"/>
              <a:t>pengaruh</a:t>
            </a:r>
            <a:r>
              <a:rPr lang="en-ID" sz="2800" dirty="0"/>
              <a:t> </a:t>
            </a:r>
            <a:r>
              <a:rPr lang="en-ID" sz="2800" dirty="0" err="1"/>
              <a:t>aktivitas</a:t>
            </a:r>
            <a:r>
              <a:rPr lang="en-ID" sz="2800" dirty="0"/>
              <a:t> </a:t>
            </a:r>
            <a:r>
              <a:rPr lang="en-ID" sz="2800" dirty="0" err="1"/>
              <a:t>terhadap</a:t>
            </a:r>
            <a:r>
              <a:rPr lang="en-ID" sz="2800" dirty="0"/>
              <a:t> </a:t>
            </a:r>
            <a:r>
              <a:rPr lang="en-ID" sz="2800" dirty="0" err="1"/>
              <a:t>kinerja</a:t>
            </a:r>
            <a:r>
              <a:rPr lang="en-ID" sz="2800" dirty="0"/>
              <a:t> </a:t>
            </a:r>
            <a:r>
              <a:rPr lang="en-ID" sz="2800" dirty="0" err="1"/>
              <a:t>jantung</a:t>
            </a:r>
            <a:endParaRPr lang="en-US" sz="2800" dirty="0">
              <a:solidFill>
                <a:srgbClr val="161616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>
            <a:off x="-1438802" y="-2381661"/>
            <a:ext cx="5233720" cy="5048661"/>
          </a:xfrm>
          <a:custGeom>
            <a:avLst/>
            <a:gdLst/>
            <a:ahLst/>
            <a:cxnLst/>
            <a:rect l="l" t="t" r="r" b="b"/>
            <a:pathLst>
              <a:path w="5233720" h="5048661">
                <a:moveTo>
                  <a:pt x="5233721" y="0"/>
                </a:moveTo>
                <a:lnTo>
                  <a:pt x="0" y="0"/>
                </a:lnTo>
                <a:lnTo>
                  <a:pt x="0" y="5048661"/>
                </a:lnTo>
                <a:lnTo>
                  <a:pt x="5233721" y="5048661"/>
                </a:lnTo>
                <a:lnTo>
                  <a:pt x="523372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4909140" y="8117192"/>
            <a:ext cx="5233720" cy="5048661"/>
          </a:xfrm>
          <a:custGeom>
            <a:avLst/>
            <a:gdLst/>
            <a:ahLst/>
            <a:cxnLst/>
            <a:rect l="l" t="t" r="r" b="b"/>
            <a:pathLst>
              <a:path w="5233720" h="5048661">
                <a:moveTo>
                  <a:pt x="5233720" y="0"/>
                </a:moveTo>
                <a:lnTo>
                  <a:pt x="0" y="0"/>
                </a:lnTo>
                <a:lnTo>
                  <a:pt x="0" y="5048660"/>
                </a:lnTo>
                <a:lnTo>
                  <a:pt x="5233720" y="5048660"/>
                </a:lnTo>
                <a:lnTo>
                  <a:pt x="523372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399427" y="3324594"/>
            <a:ext cx="3487771" cy="8158528"/>
          </a:xfrm>
          <a:custGeom>
            <a:avLst/>
            <a:gdLst/>
            <a:ahLst/>
            <a:cxnLst/>
            <a:rect l="l" t="t" r="r" b="b"/>
            <a:pathLst>
              <a:path w="3487771" h="8158528">
                <a:moveTo>
                  <a:pt x="0" y="0"/>
                </a:moveTo>
                <a:lnTo>
                  <a:pt x="3487770" y="0"/>
                </a:lnTo>
                <a:lnTo>
                  <a:pt x="3487770" y="8158527"/>
                </a:lnTo>
                <a:lnTo>
                  <a:pt x="0" y="81585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40118" y="3465531"/>
            <a:ext cx="5691106" cy="2282217"/>
          </a:xfrm>
          <a:custGeom>
            <a:avLst/>
            <a:gdLst/>
            <a:ahLst/>
            <a:cxnLst/>
            <a:rect l="l" t="t" r="r" b="b"/>
            <a:pathLst>
              <a:path w="5691106" h="2282217">
                <a:moveTo>
                  <a:pt x="0" y="0"/>
                </a:moveTo>
                <a:lnTo>
                  <a:pt x="5691107" y="0"/>
                </a:lnTo>
                <a:lnTo>
                  <a:pt x="5691107" y="2282216"/>
                </a:lnTo>
                <a:lnTo>
                  <a:pt x="0" y="22822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4036"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213538" flipV="1">
            <a:off x="940118" y="6469001"/>
            <a:ext cx="5691106" cy="2282217"/>
          </a:xfrm>
          <a:custGeom>
            <a:avLst/>
            <a:gdLst/>
            <a:ahLst/>
            <a:cxnLst/>
            <a:rect l="l" t="t" r="r" b="b"/>
            <a:pathLst>
              <a:path w="5691106" h="2282217">
                <a:moveTo>
                  <a:pt x="0" y="2282217"/>
                </a:moveTo>
                <a:lnTo>
                  <a:pt x="5691107" y="2282217"/>
                </a:lnTo>
                <a:lnTo>
                  <a:pt x="5691107" y="0"/>
                </a:lnTo>
                <a:lnTo>
                  <a:pt x="0" y="0"/>
                </a:lnTo>
                <a:lnTo>
                  <a:pt x="0" y="228221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4036"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3245393" y="2925252"/>
            <a:ext cx="1080558" cy="1080558"/>
          </a:xfrm>
          <a:custGeom>
            <a:avLst/>
            <a:gdLst/>
            <a:ahLst/>
            <a:cxnLst/>
            <a:rect l="l" t="t" r="r" b="b"/>
            <a:pathLst>
              <a:path w="1080558" h="1080558">
                <a:moveTo>
                  <a:pt x="0" y="0"/>
                </a:moveTo>
                <a:lnTo>
                  <a:pt x="1080557" y="0"/>
                </a:lnTo>
                <a:lnTo>
                  <a:pt x="1080557" y="1080557"/>
                </a:lnTo>
                <a:lnTo>
                  <a:pt x="0" y="10805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245393" y="5928722"/>
            <a:ext cx="1080558" cy="1080558"/>
          </a:xfrm>
          <a:custGeom>
            <a:avLst/>
            <a:gdLst/>
            <a:ahLst/>
            <a:cxnLst/>
            <a:rect l="l" t="t" r="r" b="b"/>
            <a:pathLst>
              <a:path w="1080558" h="1080558">
                <a:moveTo>
                  <a:pt x="0" y="0"/>
                </a:moveTo>
                <a:lnTo>
                  <a:pt x="1080557" y="0"/>
                </a:lnTo>
                <a:lnTo>
                  <a:pt x="1080557" y="1080558"/>
                </a:lnTo>
                <a:lnTo>
                  <a:pt x="0" y="10805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11656087" y="3465531"/>
            <a:ext cx="5691106" cy="2282217"/>
          </a:xfrm>
          <a:custGeom>
            <a:avLst/>
            <a:gdLst/>
            <a:ahLst/>
            <a:cxnLst/>
            <a:rect l="l" t="t" r="r" b="b"/>
            <a:pathLst>
              <a:path w="5691106" h="2282217">
                <a:moveTo>
                  <a:pt x="5691106" y="0"/>
                </a:moveTo>
                <a:lnTo>
                  <a:pt x="0" y="0"/>
                </a:lnTo>
                <a:lnTo>
                  <a:pt x="0" y="2282216"/>
                </a:lnTo>
                <a:lnTo>
                  <a:pt x="5691106" y="2282216"/>
                </a:lnTo>
                <a:lnTo>
                  <a:pt x="569110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4036"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 rot="216000" flipH="1" flipV="1">
            <a:off x="11656087" y="6469001"/>
            <a:ext cx="5691106" cy="2282217"/>
          </a:xfrm>
          <a:custGeom>
            <a:avLst/>
            <a:gdLst/>
            <a:ahLst/>
            <a:cxnLst/>
            <a:rect l="l" t="t" r="r" b="b"/>
            <a:pathLst>
              <a:path w="5691106" h="2282217">
                <a:moveTo>
                  <a:pt x="5691106" y="2282217"/>
                </a:moveTo>
                <a:lnTo>
                  <a:pt x="0" y="2282217"/>
                </a:lnTo>
                <a:lnTo>
                  <a:pt x="0" y="0"/>
                </a:lnTo>
                <a:lnTo>
                  <a:pt x="5691106" y="0"/>
                </a:lnTo>
                <a:lnTo>
                  <a:pt x="5691106" y="228221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4036"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13961362" y="2925252"/>
            <a:ext cx="1080558" cy="1080558"/>
          </a:xfrm>
          <a:custGeom>
            <a:avLst/>
            <a:gdLst/>
            <a:ahLst/>
            <a:cxnLst/>
            <a:rect l="l" t="t" r="r" b="b"/>
            <a:pathLst>
              <a:path w="1080558" h="1080558">
                <a:moveTo>
                  <a:pt x="0" y="0"/>
                </a:moveTo>
                <a:lnTo>
                  <a:pt x="1080557" y="0"/>
                </a:lnTo>
                <a:lnTo>
                  <a:pt x="1080557" y="1080557"/>
                </a:lnTo>
                <a:lnTo>
                  <a:pt x="0" y="10805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61362" y="5928722"/>
            <a:ext cx="1080558" cy="1080558"/>
          </a:xfrm>
          <a:custGeom>
            <a:avLst/>
            <a:gdLst/>
            <a:ahLst/>
            <a:cxnLst/>
            <a:rect l="l" t="t" r="r" b="b"/>
            <a:pathLst>
              <a:path w="1080558" h="1080558">
                <a:moveTo>
                  <a:pt x="0" y="0"/>
                </a:moveTo>
                <a:lnTo>
                  <a:pt x="1080557" y="0"/>
                </a:lnTo>
                <a:lnTo>
                  <a:pt x="1080557" y="1080558"/>
                </a:lnTo>
                <a:lnTo>
                  <a:pt x="0" y="10805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425394" y="773430"/>
            <a:ext cx="9437212" cy="2151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36"/>
              </a:lnSpc>
            </a:pPr>
            <a:r>
              <a:rPr lang="en-US" sz="7400" b="1" spc="-74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Fakta Menarik Sistem Peredaran Darah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59240" y="4139159"/>
            <a:ext cx="3852862" cy="1272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5"/>
              </a:lnSpc>
            </a:pPr>
            <a:r>
              <a:rPr lang="en-US" sz="2404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Panjang total pembuluh darah manusia mencapai 100.000 km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59240" y="7142630"/>
            <a:ext cx="3852862" cy="1272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5"/>
              </a:lnSpc>
            </a:pPr>
            <a:r>
              <a:rPr lang="en-US" sz="2404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Jantung berdetak sekitar 7575 kali per menit saat istirahat.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385194" y="3148000"/>
            <a:ext cx="800954" cy="663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43"/>
              </a:lnSpc>
            </a:pPr>
            <a:r>
              <a:rPr lang="en-US" sz="4599" b="1" spc="-45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1.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385194" y="6151471"/>
            <a:ext cx="800954" cy="663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43"/>
              </a:lnSpc>
            </a:pPr>
            <a:r>
              <a:rPr lang="en-US" sz="4599" b="1" spc="-45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2.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75209" y="4310609"/>
            <a:ext cx="3852862" cy="85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5"/>
              </a:lnSpc>
            </a:pPr>
            <a:r>
              <a:rPr lang="en-US" sz="2404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Sel darah merah tidak memiliki nukleus.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75209" y="7314080"/>
            <a:ext cx="3852862" cy="85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5"/>
              </a:lnSpc>
            </a:pPr>
            <a:r>
              <a:rPr lang="en-US" sz="2404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Jantung dapat berdetak meskipun di luar tubuh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101163" y="3148000"/>
            <a:ext cx="800954" cy="663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43"/>
              </a:lnSpc>
            </a:pPr>
            <a:r>
              <a:rPr lang="en-US" sz="4599" b="1" spc="-45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3.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101163" y="6151471"/>
            <a:ext cx="800954" cy="663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43"/>
              </a:lnSpc>
            </a:pPr>
            <a:r>
              <a:rPr lang="en-US" sz="4599" b="1" spc="-45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4.</a:t>
            </a:r>
          </a:p>
        </p:txBody>
      </p:sp>
      <p:sp>
        <p:nvSpPr>
          <p:cNvPr id="22" name="Freeform 22"/>
          <p:cNvSpPr/>
          <p:nvPr/>
        </p:nvSpPr>
        <p:spPr>
          <a:xfrm rot="-772448" flipH="1">
            <a:off x="577432" y="344125"/>
            <a:ext cx="2332743" cy="1688058"/>
          </a:xfrm>
          <a:custGeom>
            <a:avLst/>
            <a:gdLst/>
            <a:ahLst/>
            <a:cxnLst/>
            <a:rect l="l" t="t" r="r" b="b"/>
            <a:pathLst>
              <a:path w="2332743" h="1688058">
                <a:moveTo>
                  <a:pt x="2332743" y="0"/>
                </a:moveTo>
                <a:lnTo>
                  <a:pt x="0" y="0"/>
                </a:lnTo>
                <a:lnTo>
                  <a:pt x="0" y="1688058"/>
                </a:lnTo>
                <a:lnTo>
                  <a:pt x="2332743" y="1688058"/>
                </a:lnTo>
                <a:lnTo>
                  <a:pt x="233274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3" name="Freeform 23"/>
          <p:cNvSpPr/>
          <p:nvPr/>
        </p:nvSpPr>
        <p:spPr>
          <a:xfrm>
            <a:off x="16062492" y="8963985"/>
            <a:ext cx="1646575" cy="1227765"/>
          </a:xfrm>
          <a:custGeom>
            <a:avLst/>
            <a:gdLst/>
            <a:ahLst/>
            <a:cxnLst/>
            <a:rect l="l" t="t" r="r" b="b"/>
            <a:pathLst>
              <a:path w="1646575" h="1227765">
                <a:moveTo>
                  <a:pt x="0" y="0"/>
                </a:moveTo>
                <a:lnTo>
                  <a:pt x="1646575" y="0"/>
                </a:lnTo>
                <a:lnTo>
                  <a:pt x="1646575" y="1227765"/>
                </a:lnTo>
                <a:lnTo>
                  <a:pt x="0" y="122776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353952" y="9109694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0" y="0"/>
                </a:moveTo>
                <a:lnTo>
                  <a:pt x="1648213" y="0"/>
                </a:lnTo>
                <a:lnTo>
                  <a:pt x="1648213" y="424415"/>
                </a:lnTo>
                <a:lnTo>
                  <a:pt x="0" y="42441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Freeform 25"/>
          <p:cNvSpPr/>
          <p:nvPr/>
        </p:nvSpPr>
        <p:spPr>
          <a:xfrm rot="9939882">
            <a:off x="16089374" y="932768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0" y="0"/>
                </a:moveTo>
                <a:lnTo>
                  <a:pt x="1648213" y="0"/>
                </a:lnTo>
                <a:lnTo>
                  <a:pt x="1648213" y="424415"/>
                </a:lnTo>
                <a:lnTo>
                  <a:pt x="0" y="42441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23294" flipV="1">
            <a:off x="9228203" y="-1707116"/>
            <a:ext cx="10078341" cy="2267627"/>
          </a:xfrm>
          <a:custGeom>
            <a:avLst/>
            <a:gdLst/>
            <a:ahLst/>
            <a:cxnLst/>
            <a:rect l="l" t="t" r="r" b="b"/>
            <a:pathLst>
              <a:path w="10078341" h="2267627">
                <a:moveTo>
                  <a:pt x="0" y="2267627"/>
                </a:moveTo>
                <a:lnTo>
                  <a:pt x="10078341" y="2267627"/>
                </a:lnTo>
                <a:lnTo>
                  <a:pt x="10078341" y="0"/>
                </a:lnTo>
                <a:lnTo>
                  <a:pt x="0" y="0"/>
                </a:lnTo>
                <a:lnTo>
                  <a:pt x="0" y="226762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358548" flipV="1">
            <a:off x="-1038047" y="9611291"/>
            <a:ext cx="10078341" cy="2267627"/>
          </a:xfrm>
          <a:custGeom>
            <a:avLst/>
            <a:gdLst/>
            <a:ahLst/>
            <a:cxnLst/>
            <a:rect l="l" t="t" r="r" b="b"/>
            <a:pathLst>
              <a:path w="10078341" h="2267627">
                <a:moveTo>
                  <a:pt x="0" y="2267627"/>
                </a:moveTo>
                <a:lnTo>
                  <a:pt x="10078341" y="2267627"/>
                </a:lnTo>
                <a:lnTo>
                  <a:pt x="10078341" y="0"/>
                </a:lnTo>
                <a:lnTo>
                  <a:pt x="0" y="0"/>
                </a:lnTo>
                <a:lnTo>
                  <a:pt x="0" y="226762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807127">
            <a:off x="-1064506" y="7835708"/>
            <a:ext cx="2894672" cy="2094690"/>
          </a:xfrm>
          <a:custGeom>
            <a:avLst/>
            <a:gdLst/>
            <a:ahLst/>
            <a:cxnLst/>
            <a:rect l="l" t="t" r="r" b="b"/>
            <a:pathLst>
              <a:path w="2894672" h="2094690">
                <a:moveTo>
                  <a:pt x="0" y="0"/>
                </a:moveTo>
                <a:lnTo>
                  <a:pt x="2894672" y="0"/>
                </a:lnTo>
                <a:lnTo>
                  <a:pt x="2894672" y="2094690"/>
                </a:lnTo>
                <a:lnTo>
                  <a:pt x="0" y="2094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-1366934">
            <a:off x="16159130" y="414817"/>
            <a:ext cx="1646575" cy="1227765"/>
          </a:xfrm>
          <a:custGeom>
            <a:avLst/>
            <a:gdLst/>
            <a:ahLst/>
            <a:cxnLst/>
            <a:rect l="l" t="t" r="r" b="b"/>
            <a:pathLst>
              <a:path w="1646575" h="1227765">
                <a:moveTo>
                  <a:pt x="0" y="0"/>
                </a:moveTo>
                <a:lnTo>
                  <a:pt x="1646574" y="0"/>
                </a:lnTo>
                <a:lnTo>
                  <a:pt x="1646574" y="1227766"/>
                </a:lnTo>
                <a:lnTo>
                  <a:pt x="0" y="12277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>
            <a:off x="5367949" y="1166676"/>
            <a:ext cx="7552103" cy="9650906"/>
          </a:xfrm>
          <a:custGeom>
            <a:avLst/>
            <a:gdLst/>
            <a:ahLst/>
            <a:cxnLst/>
            <a:rect l="l" t="t" r="r" b="b"/>
            <a:pathLst>
              <a:path w="7552103" h="9650906">
                <a:moveTo>
                  <a:pt x="0" y="0"/>
                </a:moveTo>
                <a:lnTo>
                  <a:pt x="7552102" y="0"/>
                </a:lnTo>
                <a:lnTo>
                  <a:pt x="7552102" y="9650906"/>
                </a:lnTo>
                <a:lnTo>
                  <a:pt x="0" y="96509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3742114">
            <a:off x="4647374" y="3360159"/>
            <a:ext cx="2883306" cy="2976316"/>
          </a:xfrm>
          <a:custGeom>
            <a:avLst/>
            <a:gdLst/>
            <a:ahLst/>
            <a:cxnLst/>
            <a:rect l="l" t="t" r="r" b="b"/>
            <a:pathLst>
              <a:path w="2883306" h="2976316">
                <a:moveTo>
                  <a:pt x="0" y="0"/>
                </a:moveTo>
                <a:lnTo>
                  <a:pt x="2883306" y="0"/>
                </a:lnTo>
                <a:lnTo>
                  <a:pt x="2883306" y="2976316"/>
                </a:lnTo>
                <a:lnTo>
                  <a:pt x="0" y="29763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3908466" flipH="1">
            <a:off x="11370731" y="3191804"/>
            <a:ext cx="2883306" cy="2976316"/>
          </a:xfrm>
          <a:custGeom>
            <a:avLst/>
            <a:gdLst/>
            <a:ahLst/>
            <a:cxnLst/>
            <a:rect l="l" t="t" r="r" b="b"/>
            <a:pathLst>
              <a:path w="2883306" h="2976316">
                <a:moveTo>
                  <a:pt x="2883306" y="0"/>
                </a:moveTo>
                <a:lnTo>
                  <a:pt x="0" y="0"/>
                </a:lnTo>
                <a:lnTo>
                  <a:pt x="0" y="2976317"/>
                </a:lnTo>
                <a:lnTo>
                  <a:pt x="2883306" y="2976317"/>
                </a:lnTo>
                <a:lnTo>
                  <a:pt x="288330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3246000" flipV="1">
            <a:off x="4647374" y="6311942"/>
            <a:ext cx="2883306" cy="2976316"/>
          </a:xfrm>
          <a:custGeom>
            <a:avLst/>
            <a:gdLst/>
            <a:ahLst/>
            <a:cxnLst/>
            <a:rect l="l" t="t" r="r" b="b"/>
            <a:pathLst>
              <a:path w="2883306" h="2976316">
                <a:moveTo>
                  <a:pt x="0" y="2976316"/>
                </a:moveTo>
                <a:lnTo>
                  <a:pt x="2883306" y="2976316"/>
                </a:lnTo>
                <a:lnTo>
                  <a:pt x="2883306" y="0"/>
                </a:lnTo>
                <a:lnTo>
                  <a:pt x="0" y="0"/>
                </a:lnTo>
                <a:lnTo>
                  <a:pt x="0" y="2976316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3532035" flipH="1" flipV="1">
            <a:off x="11474408" y="6475481"/>
            <a:ext cx="2883306" cy="2976316"/>
          </a:xfrm>
          <a:custGeom>
            <a:avLst/>
            <a:gdLst/>
            <a:ahLst/>
            <a:cxnLst/>
            <a:rect l="l" t="t" r="r" b="b"/>
            <a:pathLst>
              <a:path w="2883306" h="2976316">
                <a:moveTo>
                  <a:pt x="2883306" y="2976316"/>
                </a:moveTo>
                <a:lnTo>
                  <a:pt x="0" y="2976316"/>
                </a:lnTo>
                <a:lnTo>
                  <a:pt x="0" y="0"/>
                </a:lnTo>
                <a:lnTo>
                  <a:pt x="2883306" y="0"/>
                </a:lnTo>
                <a:lnTo>
                  <a:pt x="2883306" y="2976316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616109">
            <a:off x="-218410" y="816492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0" y="0"/>
                </a:moveTo>
                <a:lnTo>
                  <a:pt x="1648214" y="0"/>
                </a:lnTo>
                <a:lnTo>
                  <a:pt x="1648214" y="424416"/>
                </a:lnTo>
                <a:lnTo>
                  <a:pt x="0" y="42441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-631212">
            <a:off x="16831481" y="9122209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0" y="0"/>
                </a:moveTo>
                <a:lnTo>
                  <a:pt x="1648214" y="0"/>
                </a:lnTo>
                <a:lnTo>
                  <a:pt x="1648214" y="424415"/>
                </a:lnTo>
                <a:lnTo>
                  <a:pt x="0" y="424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3079563" y="1622309"/>
            <a:ext cx="12128875" cy="8071215"/>
          </a:xfrm>
          <a:custGeom>
            <a:avLst/>
            <a:gdLst/>
            <a:ahLst/>
            <a:cxnLst/>
            <a:rect l="l" t="t" r="r" b="b"/>
            <a:pathLst>
              <a:path w="12128875" h="8071215">
                <a:moveTo>
                  <a:pt x="0" y="0"/>
                </a:moveTo>
                <a:lnTo>
                  <a:pt x="12128874" y="0"/>
                </a:lnTo>
                <a:lnTo>
                  <a:pt x="12128874" y="8071215"/>
                </a:lnTo>
                <a:lnTo>
                  <a:pt x="0" y="807121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352750" y="908755"/>
            <a:ext cx="11582499" cy="1085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36"/>
              </a:lnSpc>
              <a:spcBef>
                <a:spcPct val="0"/>
              </a:spcBef>
            </a:pPr>
            <a:r>
              <a:rPr lang="en-US" sz="7400" b="1" u="none" strike="noStrike" spc="-74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Struktur Jantung Manusia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17453" y="3416276"/>
            <a:ext cx="5351877" cy="909819"/>
          </a:xfrm>
          <a:custGeom>
            <a:avLst/>
            <a:gdLst/>
            <a:ahLst/>
            <a:cxnLst/>
            <a:rect l="l" t="t" r="r" b="b"/>
            <a:pathLst>
              <a:path w="5351877" h="909819">
                <a:moveTo>
                  <a:pt x="0" y="0"/>
                </a:moveTo>
                <a:lnTo>
                  <a:pt x="5351878" y="0"/>
                </a:lnTo>
                <a:lnTo>
                  <a:pt x="5351878" y="909819"/>
                </a:lnTo>
                <a:lnTo>
                  <a:pt x="0" y="9098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8962101" y="3416276"/>
            <a:ext cx="909819" cy="909819"/>
          </a:xfrm>
          <a:custGeom>
            <a:avLst/>
            <a:gdLst/>
            <a:ahLst/>
            <a:cxnLst/>
            <a:rect l="l" t="t" r="r" b="b"/>
            <a:pathLst>
              <a:path w="909819" h="909819">
                <a:moveTo>
                  <a:pt x="0" y="0"/>
                </a:moveTo>
                <a:lnTo>
                  <a:pt x="909819" y="0"/>
                </a:lnTo>
                <a:lnTo>
                  <a:pt x="909819" y="909819"/>
                </a:lnTo>
                <a:lnTo>
                  <a:pt x="0" y="9098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2227163" y="2950266"/>
            <a:ext cx="6687396" cy="6496731"/>
          </a:xfrm>
          <a:custGeom>
            <a:avLst/>
            <a:gdLst/>
            <a:ahLst/>
            <a:cxnLst/>
            <a:rect l="l" t="t" r="r" b="b"/>
            <a:pathLst>
              <a:path w="6687396" h="6496731">
                <a:moveTo>
                  <a:pt x="0" y="0"/>
                </a:moveTo>
                <a:lnTo>
                  <a:pt x="6687395" y="0"/>
                </a:lnTo>
                <a:lnTo>
                  <a:pt x="6687395" y="6496731"/>
                </a:lnTo>
                <a:lnTo>
                  <a:pt x="0" y="64967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084490" y="3928366"/>
            <a:ext cx="10777846" cy="2425015"/>
          </a:xfrm>
          <a:custGeom>
            <a:avLst/>
            <a:gdLst/>
            <a:ahLst/>
            <a:cxnLst/>
            <a:rect l="l" t="t" r="r" b="b"/>
            <a:pathLst>
              <a:path w="10777846" h="2425015">
                <a:moveTo>
                  <a:pt x="0" y="2425015"/>
                </a:moveTo>
                <a:lnTo>
                  <a:pt x="10777846" y="2425015"/>
                </a:lnTo>
                <a:lnTo>
                  <a:pt x="10777846" y="0"/>
                </a:lnTo>
                <a:lnTo>
                  <a:pt x="0" y="0"/>
                </a:lnTo>
                <a:lnTo>
                  <a:pt x="0" y="242501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5400000" flipH="1">
            <a:off x="-5572731" y="3928366"/>
            <a:ext cx="10777846" cy="2425015"/>
          </a:xfrm>
          <a:custGeom>
            <a:avLst/>
            <a:gdLst/>
            <a:ahLst/>
            <a:cxnLst/>
            <a:rect l="l" t="t" r="r" b="b"/>
            <a:pathLst>
              <a:path w="10777846" h="2425015">
                <a:moveTo>
                  <a:pt x="10777846" y="0"/>
                </a:moveTo>
                <a:lnTo>
                  <a:pt x="0" y="0"/>
                </a:lnTo>
                <a:lnTo>
                  <a:pt x="0" y="2425015"/>
                </a:lnTo>
                <a:lnTo>
                  <a:pt x="10777846" y="2425015"/>
                </a:lnTo>
                <a:lnTo>
                  <a:pt x="1077784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-772448" flipH="1">
            <a:off x="-404372" y="-774817"/>
            <a:ext cx="2332743" cy="1688058"/>
          </a:xfrm>
          <a:custGeom>
            <a:avLst/>
            <a:gdLst/>
            <a:ahLst/>
            <a:cxnLst/>
            <a:rect l="l" t="t" r="r" b="b"/>
            <a:pathLst>
              <a:path w="2332743" h="1688058">
                <a:moveTo>
                  <a:pt x="2332744" y="0"/>
                </a:moveTo>
                <a:lnTo>
                  <a:pt x="0" y="0"/>
                </a:lnTo>
                <a:lnTo>
                  <a:pt x="0" y="1688058"/>
                </a:lnTo>
                <a:lnTo>
                  <a:pt x="2332744" y="1688058"/>
                </a:lnTo>
                <a:lnTo>
                  <a:pt x="233274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 rot="774000">
            <a:off x="16557454" y="9013472"/>
            <a:ext cx="2332743" cy="1688058"/>
          </a:xfrm>
          <a:custGeom>
            <a:avLst/>
            <a:gdLst/>
            <a:ahLst/>
            <a:cxnLst/>
            <a:rect l="l" t="t" r="r" b="b"/>
            <a:pathLst>
              <a:path w="2332743" h="1688058">
                <a:moveTo>
                  <a:pt x="0" y="0"/>
                </a:moveTo>
                <a:lnTo>
                  <a:pt x="2332744" y="0"/>
                </a:lnTo>
                <a:lnTo>
                  <a:pt x="2332744" y="1688058"/>
                </a:lnTo>
                <a:lnTo>
                  <a:pt x="0" y="168805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flipH="1">
            <a:off x="318014" y="8928447"/>
            <a:ext cx="1646575" cy="1227765"/>
          </a:xfrm>
          <a:custGeom>
            <a:avLst/>
            <a:gdLst/>
            <a:ahLst/>
            <a:cxnLst/>
            <a:rect l="l" t="t" r="r" b="b"/>
            <a:pathLst>
              <a:path w="1646575" h="1227765">
                <a:moveTo>
                  <a:pt x="1646575" y="0"/>
                </a:moveTo>
                <a:lnTo>
                  <a:pt x="0" y="0"/>
                </a:lnTo>
                <a:lnTo>
                  <a:pt x="0" y="1227765"/>
                </a:lnTo>
                <a:lnTo>
                  <a:pt x="1646575" y="1227765"/>
                </a:lnTo>
                <a:lnTo>
                  <a:pt x="1646575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267556" y="414817"/>
            <a:ext cx="1646575" cy="1227765"/>
          </a:xfrm>
          <a:custGeom>
            <a:avLst/>
            <a:gdLst/>
            <a:ahLst/>
            <a:cxnLst/>
            <a:rect l="l" t="t" r="r" b="b"/>
            <a:pathLst>
              <a:path w="1646575" h="1227765">
                <a:moveTo>
                  <a:pt x="0" y="0"/>
                </a:moveTo>
                <a:lnTo>
                  <a:pt x="1646575" y="0"/>
                </a:lnTo>
                <a:lnTo>
                  <a:pt x="1646575" y="1227766"/>
                </a:lnTo>
                <a:lnTo>
                  <a:pt x="0" y="122776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5316078">
            <a:off x="170153" y="4826262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0" y="0"/>
                </a:moveTo>
                <a:lnTo>
                  <a:pt x="1648214" y="0"/>
                </a:lnTo>
                <a:lnTo>
                  <a:pt x="1648214" y="424415"/>
                </a:lnTo>
                <a:lnTo>
                  <a:pt x="0" y="42441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-5400000">
            <a:off x="16436798" y="4483085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0" y="0"/>
                </a:moveTo>
                <a:lnTo>
                  <a:pt x="1648214" y="0"/>
                </a:lnTo>
                <a:lnTo>
                  <a:pt x="1648214" y="424415"/>
                </a:lnTo>
                <a:lnTo>
                  <a:pt x="0" y="42441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1226520" y="2240222"/>
            <a:ext cx="7254577" cy="7254577"/>
          </a:xfrm>
          <a:custGeom>
            <a:avLst/>
            <a:gdLst/>
            <a:ahLst/>
            <a:cxnLst/>
            <a:rect l="l" t="t" r="r" b="b"/>
            <a:pathLst>
              <a:path w="7254577" h="7254577">
                <a:moveTo>
                  <a:pt x="0" y="0"/>
                </a:moveTo>
                <a:lnTo>
                  <a:pt x="7254578" y="0"/>
                </a:lnTo>
                <a:lnTo>
                  <a:pt x="7254578" y="7254577"/>
                </a:lnTo>
                <a:lnTo>
                  <a:pt x="0" y="725457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465370" y="942714"/>
            <a:ext cx="13357260" cy="1085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36"/>
              </a:lnSpc>
              <a:spcBef>
                <a:spcPct val="0"/>
              </a:spcBef>
            </a:pPr>
            <a:r>
              <a:rPr lang="en-US" sz="7400" b="1" spc="-74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Struktur Organ Peredaran Darah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99901" y="3553655"/>
            <a:ext cx="3160093" cy="663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43"/>
              </a:lnSpc>
              <a:spcBef>
                <a:spcPct val="0"/>
              </a:spcBef>
            </a:pPr>
            <a:r>
              <a:rPr lang="en-US" sz="4599" b="1" u="none" strike="noStrike" spc="-45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Jantung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99901" y="4887546"/>
            <a:ext cx="1868207" cy="440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91"/>
              </a:lnSpc>
              <a:spcBef>
                <a:spcPct val="0"/>
              </a:spcBef>
            </a:pPr>
            <a:r>
              <a:rPr lang="en-US" sz="2799" b="1">
                <a:solidFill>
                  <a:srgbClr val="161616"/>
                </a:solidFill>
                <a:latin typeface="Telegraf Bold"/>
                <a:ea typeface="Telegraf Bold"/>
                <a:cs typeface="Telegraf Bold"/>
                <a:sym typeface="Telegraf Bold"/>
              </a:rPr>
              <a:t>Fungsi: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99901" y="5637784"/>
            <a:ext cx="1868207" cy="440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91"/>
              </a:lnSpc>
              <a:spcBef>
                <a:spcPct val="0"/>
              </a:spcBef>
            </a:pPr>
            <a:r>
              <a:rPr lang="en-US" sz="2799" b="1">
                <a:solidFill>
                  <a:srgbClr val="161616"/>
                </a:solidFill>
                <a:latin typeface="Telegraf Bold"/>
                <a:ea typeface="Telegraf Bold"/>
                <a:cs typeface="Telegraf Bold"/>
                <a:sym typeface="Telegraf Bold"/>
              </a:rPr>
              <a:t>Struktur: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68108" y="4887546"/>
            <a:ext cx="3160093" cy="440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91"/>
              </a:lnSpc>
              <a:spcBef>
                <a:spcPct val="0"/>
              </a:spcBef>
            </a:pPr>
            <a:r>
              <a:rPr lang="en-US" sz="2799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Memompa darah.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368108" y="5561584"/>
            <a:ext cx="3160093" cy="1509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</a:pPr>
            <a:r>
              <a:rPr lang="en-US" sz="2799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4 ruang (2 serambi (atrium),  2 bilik (ventrikel).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16533" y="3553655"/>
            <a:ext cx="800954" cy="663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43"/>
              </a:lnSpc>
            </a:pPr>
            <a:r>
              <a:rPr lang="en-US" sz="4599" b="1" spc="-45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1.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499901" y="7385840"/>
            <a:ext cx="1868207" cy="440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91"/>
              </a:lnSpc>
              <a:spcBef>
                <a:spcPct val="0"/>
              </a:spcBef>
            </a:pPr>
            <a:r>
              <a:rPr lang="en-US" sz="2799" b="1">
                <a:solidFill>
                  <a:srgbClr val="161616"/>
                </a:solidFill>
                <a:latin typeface="Telegraf Bold"/>
                <a:ea typeface="Telegraf Bold"/>
                <a:cs typeface="Telegraf Bold"/>
                <a:sym typeface="Telegraf Bold"/>
              </a:rPr>
              <a:t>Serambi: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499901" y="8140568"/>
            <a:ext cx="1868207" cy="440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91"/>
              </a:lnSpc>
              <a:spcBef>
                <a:spcPct val="0"/>
              </a:spcBef>
            </a:pPr>
            <a:r>
              <a:rPr lang="en-US" sz="2799" b="1">
                <a:solidFill>
                  <a:srgbClr val="161616"/>
                </a:solidFill>
                <a:latin typeface="Telegraf Bold"/>
                <a:ea typeface="Telegraf Bold"/>
                <a:cs typeface="Telegraf Bold"/>
                <a:sym typeface="Telegraf Bold"/>
              </a:rPr>
              <a:t>Bilik: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368108" y="7385840"/>
            <a:ext cx="3160093" cy="440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91"/>
              </a:lnSpc>
              <a:spcBef>
                <a:spcPct val="0"/>
              </a:spcBef>
            </a:pPr>
            <a:r>
              <a:rPr lang="en-US" sz="2799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Menerima darah.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368108" y="8140568"/>
            <a:ext cx="3160093" cy="840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91"/>
              </a:lnSpc>
              <a:spcBef>
                <a:spcPct val="0"/>
              </a:spcBef>
            </a:pPr>
            <a:r>
              <a:rPr lang="en-US" sz="2799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Memompa darah keluar.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17453" y="3416276"/>
            <a:ext cx="5351877" cy="909819"/>
          </a:xfrm>
          <a:custGeom>
            <a:avLst/>
            <a:gdLst/>
            <a:ahLst/>
            <a:cxnLst/>
            <a:rect l="l" t="t" r="r" b="b"/>
            <a:pathLst>
              <a:path w="5351877" h="909819">
                <a:moveTo>
                  <a:pt x="0" y="0"/>
                </a:moveTo>
                <a:lnTo>
                  <a:pt x="5351878" y="0"/>
                </a:lnTo>
                <a:lnTo>
                  <a:pt x="5351878" y="909819"/>
                </a:lnTo>
                <a:lnTo>
                  <a:pt x="0" y="9098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8962101" y="3416276"/>
            <a:ext cx="909819" cy="909819"/>
          </a:xfrm>
          <a:custGeom>
            <a:avLst/>
            <a:gdLst/>
            <a:ahLst/>
            <a:cxnLst/>
            <a:rect l="l" t="t" r="r" b="b"/>
            <a:pathLst>
              <a:path w="909819" h="909819">
                <a:moveTo>
                  <a:pt x="0" y="0"/>
                </a:moveTo>
                <a:lnTo>
                  <a:pt x="909819" y="0"/>
                </a:lnTo>
                <a:lnTo>
                  <a:pt x="909819" y="909819"/>
                </a:lnTo>
                <a:lnTo>
                  <a:pt x="0" y="9098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303912">
            <a:off x="-5610306" y="4067100"/>
            <a:ext cx="11183380" cy="2152801"/>
          </a:xfrm>
          <a:custGeom>
            <a:avLst/>
            <a:gdLst/>
            <a:ahLst/>
            <a:cxnLst/>
            <a:rect l="l" t="t" r="r" b="b"/>
            <a:pathLst>
              <a:path w="11183380" h="2152801">
                <a:moveTo>
                  <a:pt x="0" y="0"/>
                </a:moveTo>
                <a:lnTo>
                  <a:pt x="11183380" y="0"/>
                </a:lnTo>
                <a:lnTo>
                  <a:pt x="11183380" y="2152800"/>
                </a:lnTo>
                <a:lnTo>
                  <a:pt x="0" y="2152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303912" flipV="1">
            <a:off x="12714926" y="4067100"/>
            <a:ext cx="11183380" cy="2152801"/>
          </a:xfrm>
          <a:custGeom>
            <a:avLst/>
            <a:gdLst/>
            <a:ahLst/>
            <a:cxnLst/>
            <a:rect l="l" t="t" r="r" b="b"/>
            <a:pathLst>
              <a:path w="11183380" h="2152801">
                <a:moveTo>
                  <a:pt x="0" y="2152800"/>
                </a:moveTo>
                <a:lnTo>
                  <a:pt x="11183380" y="2152800"/>
                </a:lnTo>
                <a:lnTo>
                  <a:pt x="11183380" y="0"/>
                </a:lnTo>
                <a:lnTo>
                  <a:pt x="0" y="0"/>
                </a:lnTo>
                <a:lnTo>
                  <a:pt x="0" y="2152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3828291" flipH="1">
            <a:off x="158116" y="2216715"/>
            <a:ext cx="1207768" cy="900569"/>
          </a:xfrm>
          <a:custGeom>
            <a:avLst/>
            <a:gdLst/>
            <a:ahLst/>
            <a:cxnLst/>
            <a:rect l="l" t="t" r="r" b="b"/>
            <a:pathLst>
              <a:path w="1207768" h="900569">
                <a:moveTo>
                  <a:pt x="1207768" y="0"/>
                </a:moveTo>
                <a:lnTo>
                  <a:pt x="0" y="0"/>
                </a:lnTo>
                <a:lnTo>
                  <a:pt x="0" y="900570"/>
                </a:lnTo>
                <a:lnTo>
                  <a:pt x="1207768" y="900570"/>
                </a:lnTo>
                <a:lnTo>
                  <a:pt x="120776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896470" flipV="1">
            <a:off x="16789912" y="7454580"/>
            <a:ext cx="1207768" cy="900569"/>
          </a:xfrm>
          <a:custGeom>
            <a:avLst/>
            <a:gdLst/>
            <a:ahLst/>
            <a:cxnLst/>
            <a:rect l="l" t="t" r="r" b="b"/>
            <a:pathLst>
              <a:path w="1207768" h="900569">
                <a:moveTo>
                  <a:pt x="0" y="900570"/>
                </a:moveTo>
                <a:lnTo>
                  <a:pt x="1207767" y="900570"/>
                </a:lnTo>
                <a:lnTo>
                  <a:pt x="1207767" y="0"/>
                </a:lnTo>
                <a:lnTo>
                  <a:pt x="0" y="0"/>
                </a:lnTo>
                <a:lnTo>
                  <a:pt x="0" y="90057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62000" y="8715343"/>
            <a:ext cx="830653" cy="854142"/>
          </a:xfrm>
          <a:custGeom>
            <a:avLst/>
            <a:gdLst/>
            <a:ahLst/>
            <a:cxnLst/>
            <a:rect l="l" t="t" r="r" b="b"/>
            <a:pathLst>
              <a:path w="830653" h="854142">
                <a:moveTo>
                  <a:pt x="0" y="0"/>
                </a:moveTo>
                <a:lnTo>
                  <a:pt x="830653" y="0"/>
                </a:lnTo>
                <a:lnTo>
                  <a:pt x="830653" y="854143"/>
                </a:lnTo>
                <a:lnTo>
                  <a:pt x="0" y="8541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440062" y="904614"/>
            <a:ext cx="830653" cy="854142"/>
          </a:xfrm>
          <a:custGeom>
            <a:avLst/>
            <a:gdLst/>
            <a:ahLst/>
            <a:cxnLst/>
            <a:rect l="l" t="t" r="r" b="b"/>
            <a:pathLst>
              <a:path w="830653" h="854142">
                <a:moveTo>
                  <a:pt x="0" y="0"/>
                </a:moveTo>
                <a:lnTo>
                  <a:pt x="830654" y="0"/>
                </a:lnTo>
                <a:lnTo>
                  <a:pt x="830654" y="854142"/>
                </a:lnTo>
                <a:lnTo>
                  <a:pt x="0" y="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7636744">
            <a:off x="608504" y="816492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0" y="0"/>
                </a:moveTo>
                <a:lnTo>
                  <a:pt x="1648214" y="0"/>
                </a:lnTo>
                <a:lnTo>
                  <a:pt x="1648214" y="424416"/>
                </a:lnTo>
                <a:lnTo>
                  <a:pt x="0" y="42441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 rot="-2391009">
            <a:off x="16384620" y="9194125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0" y="0"/>
                </a:moveTo>
                <a:lnTo>
                  <a:pt x="1648214" y="0"/>
                </a:lnTo>
                <a:lnTo>
                  <a:pt x="1648214" y="424415"/>
                </a:lnTo>
                <a:lnTo>
                  <a:pt x="0" y="424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309957" y="2624012"/>
            <a:ext cx="8509269" cy="6031250"/>
          </a:xfrm>
          <a:custGeom>
            <a:avLst/>
            <a:gdLst/>
            <a:ahLst/>
            <a:cxnLst/>
            <a:rect l="l" t="t" r="r" b="b"/>
            <a:pathLst>
              <a:path w="8509269" h="6031250">
                <a:moveTo>
                  <a:pt x="0" y="0"/>
                </a:moveTo>
                <a:lnTo>
                  <a:pt x="8509269" y="0"/>
                </a:lnTo>
                <a:lnTo>
                  <a:pt x="8509269" y="6031250"/>
                </a:lnTo>
                <a:lnTo>
                  <a:pt x="0" y="60312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r="-7025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465370" y="942714"/>
            <a:ext cx="13357260" cy="1085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36"/>
              </a:lnSpc>
              <a:spcBef>
                <a:spcPct val="0"/>
              </a:spcBef>
            </a:pPr>
            <a:r>
              <a:rPr lang="en-US" sz="7400" b="1" spc="-74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Struktur Organ Peredaran Darah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99901" y="3553655"/>
            <a:ext cx="4366765" cy="663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43"/>
              </a:lnSpc>
              <a:spcBef>
                <a:spcPct val="0"/>
              </a:spcBef>
            </a:pPr>
            <a:r>
              <a:rPr lang="en-US" sz="4599" b="1" spc="-45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Pembuluh Darah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99901" y="4887546"/>
            <a:ext cx="1868207" cy="440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91"/>
              </a:lnSpc>
              <a:spcBef>
                <a:spcPct val="0"/>
              </a:spcBef>
            </a:pPr>
            <a:r>
              <a:rPr lang="en-US" sz="2799" b="1">
                <a:solidFill>
                  <a:srgbClr val="161616"/>
                </a:solidFill>
                <a:latin typeface="Telegraf Bold"/>
                <a:ea typeface="Telegraf Bold"/>
                <a:cs typeface="Telegraf Bold"/>
                <a:sym typeface="Telegraf Bold"/>
              </a:rPr>
              <a:t>Arteri: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368108" y="4887546"/>
            <a:ext cx="3592334" cy="124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91"/>
              </a:lnSpc>
              <a:spcBef>
                <a:spcPct val="0"/>
              </a:spcBef>
            </a:pPr>
            <a:r>
              <a:rPr lang="en-US" sz="2799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Membawa darah dari jantung ke seluruh tubuh.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16533" y="3553655"/>
            <a:ext cx="800954" cy="663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43"/>
              </a:lnSpc>
            </a:pPr>
            <a:r>
              <a:rPr lang="en-US" sz="4599" b="1" spc="-45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2.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99901" y="6314049"/>
            <a:ext cx="1868207" cy="440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91"/>
              </a:lnSpc>
              <a:spcBef>
                <a:spcPct val="0"/>
              </a:spcBef>
            </a:pPr>
            <a:r>
              <a:rPr lang="en-US" sz="2799" b="1">
                <a:solidFill>
                  <a:srgbClr val="161616"/>
                </a:solidFill>
                <a:latin typeface="Telegraf Bold"/>
                <a:ea typeface="Telegraf Bold"/>
                <a:cs typeface="Telegraf Bold"/>
                <a:sym typeface="Telegraf Bold"/>
              </a:rPr>
              <a:t>Vena: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99901" y="7344969"/>
            <a:ext cx="1868207" cy="440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91"/>
              </a:lnSpc>
              <a:spcBef>
                <a:spcPct val="0"/>
              </a:spcBef>
            </a:pPr>
            <a:r>
              <a:rPr lang="en-US" sz="2799" b="1">
                <a:solidFill>
                  <a:srgbClr val="161616"/>
                </a:solidFill>
                <a:latin typeface="Telegraf Bold"/>
                <a:ea typeface="Telegraf Bold"/>
                <a:cs typeface="Telegraf Bold"/>
                <a:sym typeface="Telegraf Bold"/>
              </a:rPr>
              <a:t>Kapiler: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368108" y="6314049"/>
            <a:ext cx="3592334" cy="840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91"/>
              </a:lnSpc>
              <a:spcBef>
                <a:spcPct val="0"/>
              </a:spcBef>
            </a:pPr>
            <a:r>
              <a:rPr lang="en-US" sz="2799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Mengembalikan darah ke jantung.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368108" y="7344969"/>
            <a:ext cx="3592334" cy="124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91"/>
              </a:lnSpc>
              <a:spcBef>
                <a:spcPct val="0"/>
              </a:spcBef>
            </a:pPr>
            <a:r>
              <a:rPr lang="en-US" sz="2799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Tempat pertukaran oksigen dan karbon dioksida.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-402800"/>
            <a:ext cx="8513433" cy="10689800"/>
          </a:xfrm>
          <a:custGeom>
            <a:avLst/>
            <a:gdLst/>
            <a:ahLst/>
            <a:cxnLst/>
            <a:rect l="l" t="t" r="r" b="b"/>
            <a:pathLst>
              <a:path w="8513433" h="10689800">
                <a:moveTo>
                  <a:pt x="0" y="0"/>
                </a:moveTo>
                <a:lnTo>
                  <a:pt x="8513433" y="0"/>
                </a:lnTo>
                <a:lnTo>
                  <a:pt x="8513433" y="10689800"/>
                </a:lnTo>
                <a:lnTo>
                  <a:pt x="0" y="10689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941983" y="515112"/>
            <a:ext cx="8584017" cy="2151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36"/>
              </a:lnSpc>
              <a:spcBef>
                <a:spcPct val="0"/>
              </a:spcBef>
            </a:pPr>
            <a:r>
              <a:rPr lang="en-US" sz="7400" b="1" spc="-74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Sistem Peredaran Darah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33673" y="3701564"/>
            <a:ext cx="7292327" cy="1240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91"/>
              </a:lnSpc>
              <a:spcBef>
                <a:spcPct val="0"/>
              </a:spcBef>
            </a:pPr>
            <a:r>
              <a:rPr lang="en-US" sz="2799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Bilik Kiri (O₂) → Aorta → Seluruh Tubuh (Pertukaran O₂ dengan CO₂) → Vena cava → Serambi Kanan (CO₂)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543054" y="6023875"/>
            <a:ext cx="7292327" cy="1240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91"/>
              </a:lnSpc>
              <a:spcBef>
                <a:spcPct val="0"/>
              </a:spcBef>
            </a:pPr>
            <a:r>
              <a:rPr lang="en-US" sz="2799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Bilik Kanan (CO₂) → Arteri Pulmonalis → Paru-paru (Pertukaran CO₂ dengan O₂) → Vena Pulmonalis → Serambi Kiri (O₂)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19373" y="5440564"/>
            <a:ext cx="7292327" cy="440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91"/>
              </a:lnSpc>
              <a:spcBef>
                <a:spcPct val="0"/>
              </a:spcBef>
            </a:pPr>
            <a:r>
              <a:rPr lang="en-US" sz="2799" b="1">
                <a:solidFill>
                  <a:srgbClr val="161616"/>
                </a:solidFill>
                <a:latin typeface="Telegraf Bold"/>
                <a:ea typeface="Telegraf Bold"/>
                <a:cs typeface="Telegraf Bold"/>
                <a:sym typeface="Telegraf Bold"/>
              </a:rPr>
              <a:t>b. Peredaran Darah Kecil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119373" y="3116464"/>
            <a:ext cx="7292327" cy="440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91"/>
              </a:lnSpc>
              <a:spcBef>
                <a:spcPct val="0"/>
              </a:spcBef>
            </a:pPr>
            <a:r>
              <a:rPr lang="en-US" sz="2799" b="1">
                <a:solidFill>
                  <a:srgbClr val="161616"/>
                </a:solidFill>
                <a:latin typeface="Telegraf Bold"/>
                <a:ea typeface="Telegraf Bold"/>
                <a:cs typeface="Telegraf Bold"/>
                <a:sym typeface="Telegraf Bold"/>
              </a:rPr>
              <a:t>a. Peredaran Darah Besar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V="1">
            <a:off x="13084490" y="3928366"/>
            <a:ext cx="10777846" cy="2425015"/>
          </a:xfrm>
          <a:custGeom>
            <a:avLst/>
            <a:gdLst/>
            <a:ahLst/>
            <a:cxnLst/>
            <a:rect l="l" t="t" r="r" b="b"/>
            <a:pathLst>
              <a:path w="10777846" h="2425015">
                <a:moveTo>
                  <a:pt x="0" y="2425015"/>
                </a:moveTo>
                <a:lnTo>
                  <a:pt x="10777846" y="2425015"/>
                </a:lnTo>
                <a:lnTo>
                  <a:pt x="10777846" y="0"/>
                </a:lnTo>
                <a:lnTo>
                  <a:pt x="0" y="0"/>
                </a:lnTo>
                <a:lnTo>
                  <a:pt x="0" y="242501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5572731" y="3928366"/>
            <a:ext cx="10777846" cy="2425015"/>
          </a:xfrm>
          <a:custGeom>
            <a:avLst/>
            <a:gdLst/>
            <a:ahLst/>
            <a:cxnLst/>
            <a:rect l="l" t="t" r="r" b="b"/>
            <a:pathLst>
              <a:path w="10777846" h="2425015">
                <a:moveTo>
                  <a:pt x="10777846" y="0"/>
                </a:moveTo>
                <a:lnTo>
                  <a:pt x="0" y="0"/>
                </a:lnTo>
                <a:lnTo>
                  <a:pt x="0" y="2425015"/>
                </a:lnTo>
                <a:lnTo>
                  <a:pt x="10777846" y="2425015"/>
                </a:lnTo>
                <a:lnTo>
                  <a:pt x="1077784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2488636" flipH="1">
            <a:off x="144406" y="-844029"/>
            <a:ext cx="2332743" cy="1688058"/>
          </a:xfrm>
          <a:custGeom>
            <a:avLst/>
            <a:gdLst/>
            <a:ahLst/>
            <a:cxnLst/>
            <a:rect l="l" t="t" r="r" b="b"/>
            <a:pathLst>
              <a:path w="2332743" h="1688058">
                <a:moveTo>
                  <a:pt x="2332743" y="0"/>
                </a:moveTo>
                <a:lnTo>
                  <a:pt x="0" y="0"/>
                </a:lnTo>
                <a:lnTo>
                  <a:pt x="0" y="1688058"/>
                </a:lnTo>
                <a:lnTo>
                  <a:pt x="2332743" y="1688058"/>
                </a:lnTo>
                <a:lnTo>
                  <a:pt x="233274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774000">
            <a:off x="15291489" y="9497390"/>
            <a:ext cx="2332743" cy="1688058"/>
          </a:xfrm>
          <a:custGeom>
            <a:avLst/>
            <a:gdLst/>
            <a:ahLst/>
            <a:cxnLst/>
            <a:rect l="l" t="t" r="r" b="b"/>
            <a:pathLst>
              <a:path w="2332743" h="1688058">
                <a:moveTo>
                  <a:pt x="0" y="0"/>
                </a:moveTo>
                <a:lnTo>
                  <a:pt x="2332743" y="0"/>
                </a:lnTo>
                <a:lnTo>
                  <a:pt x="2332743" y="1688058"/>
                </a:lnTo>
                <a:lnTo>
                  <a:pt x="0" y="16880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flipH="1">
            <a:off x="318014" y="8928447"/>
            <a:ext cx="1646575" cy="1227765"/>
          </a:xfrm>
          <a:custGeom>
            <a:avLst/>
            <a:gdLst/>
            <a:ahLst/>
            <a:cxnLst/>
            <a:rect l="l" t="t" r="r" b="b"/>
            <a:pathLst>
              <a:path w="1646575" h="1227765">
                <a:moveTo>
                  <a:pt x="1646575" y="0"/>
                </a:moveTo>
                <a:lnTo>
                  <a:pt x="0" y="0"/>
                </a:lnTo>
                <a:lnTo>
                  <a:pt x="0" y="1227765"/>
                </a:lnTo>
                <a:lnTo>
                  <a:pt x="1646575" y="1227765"/>
                </a:lnTo>
                <a:lnTo>
                  <a:pt x="164657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267556" y="414817"/>
            <a:ext cx="1646575" cy="1227765"/>
          </a:xfrm>
          <a:custGeom>
            <a:avLst/>
            <a:gdLst/>
            <a:ahLst/>
            <a:cxnLst/>
            <a:rect l="l" t="t" r="r" b="b"/>
            <a:pathLst>
              <a:path w="1646575" h="1227765">
                <a:moveTo>
                  <a:pt x="0" y="0"/>
                </a:moveTo>
                <a:lnTo>
                  <a:pt x="1646575" y="0"/>
                </a:lnTo>
                <a:lnTo>
                  <a:pt x="1646575" y="1227766"/>
                </a:lnTo>
                <a:lnTo>
                  <a:pt x="0" y="12277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298773" y="3263272"/>
            <a:ext cx="5351877" cy="909819"/>
          </a:xfrm>
          <a:custGeom>
            <a:avLst/>
            <a:gdLst/>
            <a:ahLst/>
            <a:cxnLst/>
            <a:rect l="l" t="t" r="r" b="b"/>
            <a:pathLst>
              <a:path w="5351877" h="909819">
                <a:moveTo>
                  <a:pt x="0" y="0"/>
                </a:moveTo>
                <a:lnTo>
                  <a:pt x="5351877" y="0"/>
                </a:lnTo>
                <a:lnTo>
                  <a:pt x="5351877" y="909819"/>
                </a:lnTo>
                <a:lnTo>
                  <a:pt x="0" y="9098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10102451" y="3225767"/>
            <a:ext cx="909819" cy="909819"/>
          </a:xfrm>
          <a:custGeom>
            <a:avLst/>
            <a:gdLst/>
            <a:ahLst/>
            <a:cxnLst/>
            <a:rect l="l" t="t" r="r" b="b"/>
            <a:pathLst>
              <a:path w="909819" h="909819">
                <a:moveTo>
                  <a:pt x="0" y="0"/>
                </a:moveTo>
                <a:lnTo>
                  <a:pt x="909819" y="0"/>
                </a:lnTo>
                <a:lnTo>
                  <a:pt x="909819" y="909820"/>
                </a:lnTo>
                <a:lnTo>
                  <a:pt x="0" y="9098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1608022" y="2570904"/>
            <a:ext cx="6574732" cy="6687396"/>
          </a:xfrm>
          <a:custGeom>
            <a:avLst/>
            <a:gdLst/>
            <a:ahLst/>
            <a:cxnLst/>
            <a:rect l="l" t="t" r="r" b="b"/>
            <a:pathLst>
              <a:path w="6574732" h="6687396">
                <a:moveTo>
                  <a:pt x="6574732" y="0"/>
                </a:moveTo>
                <a:lnTo>
                  <a:pt x="0" y="0"/>
                </a:lnTo>
                <a:lnTo>
                  <a:pt x="0" y="6687396"/>
                </a:lnTo>
                <a:lnTo>
                  <a:pt x="6574732" y="6687396"/>
                </a:lnTo>
                <a:lnTo>
                  <a:pt x="6574732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 rot="5695084">
            <a:off x="204593" y="4687632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0" y="0"/>
                </a:moveTo>
                <a:lnTo>
                  <a:pt x="1648214" y="0"/>
                </a:lnTo>
                <a:lnTo>
                  <a:pt x="1648214" y="424415"/>
                </a:lnTo>
                <a:lnTo>
                  <a:pt x="0" y="42441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-5866516">
            <a:off x="16434795" y="4242410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0" y="0"/>
                </a:moveTo>
                <a:lnTo>
                  <a:pt x="1648213" y="0"/>
                </a:lnTo>
                <a:lnTo>
                  <a:pt x="1648213" y="424415"/>
                </a:lnTo>
                <a:lnTo>
                  <a:pt x="0" y="42441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318014" y="2570904"/>
            <a:ext cx="8862942" cy="5908628"/>
          </a:xfrm>
          <a:custGeom>
            <a:avLst/>
            <a:gdLst/>
            <a:ahLst/>
            <a:cxnLst/>
            <a:rect l="l" t="t" r="r" b="b"/>
            <a:pathLst>
              <a:path w="8862942" h="5908628">
                <a:moveTo>
                  <a:pt x="0" y="0"/>
                </a:moveTo>
                <a:lnTo>
                  <a:pt x="8862942" y="0"/>
                </a:lnTo>
                <a:lnTo>
                  <a:pt x="8862942" y="5908628"/>
                </a:lnTo>
                <a:lnTo>
                  <a:pt x="0" y="590862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465370" y="942714"/>
            <a:ext cx="13357260" cy="1085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36"/>
              </a:lnSpc>
              <a:spcBef>
                <a:spcPct val="0"/>
              </a:spcBef>
            </a:pPr>
            <a:r>
              <a:rPr lang="en-US" sz="7400" b="1" spc="-74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Struktur Organ Peredaran Darah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55865" y="3291847"/>
            <a:ext cx="4366765" cy="663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43"/>
              </a:lnSpc>
              <a:spcBef>
                <a:spcPct val="0"/>
              </a:spcBef>
            </a:pPr>
            <a:r>
              <a:rPr lang="en-US" sz="4599" b="1" spc="-45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Darah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20579" y="4459437"/>
            <a:ext cx="2183382" cy="440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91"/>
              </a:lnSpc>
              <a:spcBef>
                <a:spcPct val="0"/>
              </a:spcBef>
            </a:pPr>
            <a:r>
              <a:rPr lang="en-US" sz="2799" b="1">
                <a:solidFill>
                  <a:srgbClr val="161616"/>
                </a:solidFill>
                <a:latin typeface="Telegraf Bold"/>
                <a:ea typeface="Telegraf Bold"/>
                <a:cs typeface="Telegraf Bold"/>
                <a:sym typeface="Telegraf Bold"/>
              </a:rPr>
              <a:t>Plasma: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114070" y="4459437"/>
            <a:ext cx="4565908" cy="840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91"/>
              </a:lnSpc>
              <a:spcBef>
                <a:spcPct val="0"/>
              </a:spcBef>
            </a:pPr>
            <a:r>
              <a:rPr lang="en-US" sz="2799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Mengangkut nutrisi dan sisa metabolisme.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20579" y="5622217"/>
            <a:ext cx="2183382" cy="840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91"/>
              </a:lnSpc>
              <a:spcBef>
                <a:spcPct val="0"/>
              </a:spcBef>
            </a:pPr>
            <a:r>
              <a:rPr lang="en-US" sz="2799" b="1">
                <a:solidFill>
                  <a:srgbClr val="161616"/>
                </a:solidFill>
                <a:latin typeface="Telegraf Bold"/>
                <a:ea typeface="Telegraf Bold"/>
                <a:cs typeface="Telegraf Bold"/>
                <a:sym typeface="Telegraf Bold"/>
              </a:rPr>
              <a:t>Sel darah merah: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114070" y="5622217"/>
            <a:ext cx="4565908" cy="840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91"/>
              </a:lnSpc>
              <a:spcBef>
                <a:spcPct val="0"/>
              </a:spcBef>
            </a:pPr>
            <a:r>
              <a:rPr lang="en-US" sz="2799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Membawa oksigen (mengandung hemoglobin).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920579" y="6784998"/>
            <a:ext cx="2183382" cy="840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91"/>
              </a:lnSpc>
              <a:spcBef>
                <a:spcPct val="0"/>
              </a:spcBef>
            </a:pPr>
            <a:r>
              <a:rPr lang="en-US" sz="2799" b="1">
                <a:solidFill>
                  <a:srgbClr val="161616"/>
                </a:solidFill>
                <a:latin typeface="Telegraf Bold"/>
                <a:ea typeface="Telegraf Bold"/>
                <a:cs typeface="Telegraf Bold"/>
                <a:sym typeface="Telegraf Bold"/>
              </a:rPr>
              <a:t>Sel darah putih: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114070" y="6784998"/>
            <a:ext cx="4565908" cy="840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91"/>
              </a:lnSpc>
              <a:spcBef>
                <a:spcPct val="0"/>
              </a:spcBef>
            </a:pPr>
            <a:r>
              <a:rPr lang="en-US" sz="2799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Berperan dalam sistem kekebalan tubuh.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156884" y="3363147"/>
            <a:ext cx="800954" cy="663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43"/>
              </a:lnSpc>
            </a:pPr>
            <a:r>
              <a:rPr lang="en-US" sz="4599" b="1" spc="-45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3.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114070" y="7947778"/>
            <a:ext cx="4565908" cy="840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91"/>
              </a:lnSpc>
              <a:spcBef>
                <a:spcPct val="0"/>
              </a:spcBef>
            </a:pPr>
            <a:r>
              <a:rPr lang="en-US" sz="2799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Membantu pembekuan darah.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920579" y="7947778"/>
            <a:ext cx="2183382" cy="440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91"/>
              </a:lnSpc>
              <a:spcBef>
                <a:spcPct val="0"/>
              </a:spcBef>
            </a:pPr>
            <a:r>
              <a:rPr lang="en-US" sz="2799" b="1">
                <a:solidFill>
                  <a:srgbClr val="161616"/>
                </a:solidFill>
                <a:latin typeface="Telegraf Bold"/>
                <a:ea typeface="Telegraf Bold"/>
                <a:cs typeface="Telegraf Bold"/>
                <a:sym typeface="Telegraf Bold"/>
              </a:rPr>
              <a:t>Trombosit: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>
            <a:off x="-1438802" y="-2381661"/>
            <a:ext cx="5233720" cy="5048661"/>
          </a:xfrm>
          <a:custGeom>
            <a:avLst/>
            <a:gdLst/>
            <a:ahLst/>
            <a:cxnLst/>
            <a:rect l="l" t="t" r="r" b="b"/>
            <a:pathLst>
              <a:path w="5233720" h="5048661">
                <a:moveTo>
                  <a:pt x="5233721" y="0"/>
                </a:moveTo>
                <a:lnTo>
                  <a:pt x="0" y="0"/>
                </a:lnTo>
                <a:lnTo>
                  <a:pt x="0" y="5048661"/>
                </a:lnTo>
                <a:lnTo>
                  <a:pt x="5233721" y="5048661"/>
                </a:lnTo>
                <a:lnTo>
                  <a:pt x="523372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4909140" y="8117192"/>
            <a:ext cx="5233720" cy="5048661"/>
          </a:xfrm>
          <a:custGeom>
            <a:avLst/>
            <a:gdLst/>
            <a:ahLst/>
            <a:cxnLst/>
            <a:rect l="l" t="t" r="r" b="b"/>
            <a:pathLst>
              <a:path w="5233720" h="5048661">
                <a:moveTo>
                  <a:pt x="5233720" y="0"/>
                </a:moveTo>
                <a:lnTo>
                  <a:pt x="0" y="0"/>
                </a:lnTo>
                <a:lnTo>
                  <a:pt x="0" y="5048660"/>
                </a:lnTo>
                <a:lnTo>
                  <a:pt x="5233720" y="5048660"/>
                </a:lnTo>
                <a:lnTo>
                  <a:pt x="523372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772448" flipH="1">
            <a:off x="158738" y="611742"/>
            <a:ext cx="2332743" cy="1688058"/>
          </a:xfrm>
          <a:custGeom>
            <a:avLst/>
            <a:gdLst/>
            <a:ahLst/>
            <a:cxnLst/>
            <a:rect l="l" t="t" r="r" b="b"/>
            <a:pathLst>
              <a:path w="2332743" h="1688058">
                <a:moveTo>
                  <a:pt x="2332743" y="0"/>
                </a:moveTo>
                <a:lnTo>
                  <a:pt x="0" y="0"/>
                </a:lnTo>
                <a:lnTo>
                  <a:pt x="0" y="1688058"/>
                </a:lnTo>
                <a:lnTo>
                  <a:pt x="2332743" y="1688058"/>
                </a:lnTo>
                <a:lnTo>
                  <a:pt x="233274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16398405" y="8831229"/>
            <a:ext cx="1463508" cy="1091262"/>
          </a:xfrm>
          <a:custGeom>
            <a:avLst/>
            <a:gdLst/>
            <a:ahLst/>
            <a:cxnLst/>
            <a:rect l="l" t="t" r="r" b="b"/>
            <a:pathLst>
              <a:path w="1463508" h="1091262">
                <a:moveTo>
                  <a:pt x="0" y="0"/>
                </a:moveTo>
                <a:lnTo>
                  <a:pt x="1463509" y="0"/>
                </a:lnTo>
                <a:lnTo>
                  <a:pt x="1463509" y="1091262"/>
                </a:lnTo>
                <a:lnTo>
                  <a:pt x="0" y="10912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58263" y="3777543"/>
            <a:ext cx="4254818" cy="2122090"/>
          </a:xfrm>
          <a:custGeom>
            <a:avLst/>
            <a:gdLst/>
            <a:ahLst/>
            <a:cxnLst/>
            <a:rect l="l" t="t" r="r" b="b"/>
            <a:pathLst>
              <a:path w="4254818" h="2122090">
                <a:moveTo>
                  <a:pt x="0" y="0"/>
                </a:moveTo>
                <a:lnTo>
                  <a:pt x="4254817" y="0"/>
                </a:lnTo>
                <a:lnTo>
                  <a:pt x="4254817" y="2122090"/>
                </a:lnTo>
                <a:lnTo>
                  <a:pt x="0" y="21220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7016591" y="3777543"/>
            <a:ext cx="4254818" cy="2122090"/>
          </a:xfrm>
          <a:custGeom>
            <a:avLst/>
            <a:gdLst/>
            <a:ahLst/>
            <a:cxnLst/>
            <a:rect l="l" t="t" r="r" b="b"/>
            <a:pathLst>
              <a:path w="4254818" h="2122090">
                <a:moveTo>
                  <a:pt x="0" y="0"/>
                </a:moveTo>
                <a:lnTo>
                  <a:pt x="4254818" y="0"/>
                </a:lnTo>
                <a:lnTo>
                  <a:pt x="4254818" y="2122090"/>
                </a:lnTo>
                <a:lnTo>
                  <a:pt x="0" y="21220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58263" y="6770248"/>
            <a:ext cx="4254818" cy="2122090"/>
          </a:xfrm>
          <a:custGeom>
            <a:avLst/>
            <a:gdLst/>
            <a:ahLst/>
            <a:cxnLst/>
            <a:rect l="l" t="t" r="r" b="b"/>
            <a:pathLst>
              <a:path w="4254818" h="2122090">
                <a:moveTo>
                  <a:pt x="0" y="0"/>
                </a:moveTo>
                <a:lnTo>
                  <a:pt x="4254817" y="0"/>
                </a:lnTo>
                <a:lnTo>
                  <a:pt x="4254817" y="2122090"/>
                </a:lnTo>
                <a:lnTo>
                  <a:pt x="0" y="21220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7016591" y="6770248"/>
            <a:ext cx="4254818" cy="2122090"/>
          </a:xfrm>
          <a:custGeom>
            <a:avLst/>
            <a:gdLst/>
            <a:ahLst/>
            <a:cxnLst/>
            <a:rect l="l" t="t" r="r" b="b"/>
            <a:pathLst>
              <a:path w="4254818" h="2122090">
                <a:moveTo>
                  <a:pt x="0" y="0"/>
                </a:moveTo>
                <a:lnTo>
                  <a:pt x="4254818" y="0"/>
                </a:lnTo>
                <a:lnTo>
                  <a:pt x="4254818" y="2122090"/>
                </a:lnTo>
                <a:lnTo>
                  <a:pt x="0" y="21220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3245393" y="3237264"/>
            <a:ext cx="1080558" cy="1080558"/>
          </a:xfrm>
          <a:custGeom>
            <a:avLst/>
            <a:gdLst/>
            <a:ahLst/>
            <a:cxnLst/>
            <a:rect l="l" t="t" r="r" b="b"/>
            <a:pathLst>
              <a:path w="1080558" h="1080558">
                <a:moveTo>
                  <a:pt x="0" y="0"/>
                </a:moveTo>
                <a:lnTo>
                  <a:pt x="1080557" y="0"/>
                </a:lnTo>
                <a:lnTo>
                  <a:pt x="1080557" y="1080557"/>
                </a:lnTo>
                <a:lnTo>
                  <a:pt x="0" y="10805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245393" y="6229969"/>
            <a:ext cx="1080558" cy="1080558"/>
          </a:xfrm>
          <a:custGeom>
            <a:avLst/>
            <a:gdLst/>
            <a:ahLst/>
            <a:cxnLst/>
            <a:rect l="l" t="t" r="r" b="b"/>
            <a:pathLst>
              <a:path w="1080558" h="1080558">
                <a:moveTo>
                  <a:pt x="0" y="0"/>
                </a:moveTo>
                <a:lnTo>
                  <a:pt x="1080557" y="0"/>
                </a:lnTo>
                <a:lnTo>
                  <a:pt x="1080557" y="1080558"/>
                </a:lnTo>
                <a:lnTo>
                  <a:pt x="0" y="108055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603721" y="3237264"/>
            <a:ext cx="1080558" cy="1080558"/>
          </a:xfrm>
          <a:custGeom>
            <a:avLst/>
            <a:gdLst/>
            <a:ahLst/>
            <a:cxnLst/>
            <a:rect l="l" t="t" r="r" b="b"/>
            <a:pathLst>
              <a:path w="1080558" h="1080558">
                <a:moveTo>
                  <a:pt x="0" y="0"/>
                </a:moveTo>
                <a:lnTo>
                  <a:pt x="1080558" y="0"/>
                </a:lnTo>
                <a:lnTo>
                  <a:pt x="1080558" y="1080557"/>
                </a:lnTo>
                <a:lnTo>
                  <a:pt x="0" y="10805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603721" y="6229969"/>
            <a:ext cx="1080558" cy="1080558"/>
          </a:xfrm>
          <a:custGeom>
            <a:avLst/>
            <a:gdLst/>
            <a:ahLst/>
            <a:cxnLst/>
            <a:rect l="l" t="t" r="r" b="b"/>
            <a:pathLst>
              <a:path w="1080558" h="1080558">
                <a:moveTo>
                  <a:pt x="0" y="0"/>
                </a:moveTo>
                <a:lnTo>
                  <a:pt x="1080558" y="0"/>
                </a:lnTo>
                <a:lnTo>
                  <a:pt x="1080558" y="1080558"/>
                </a:lnTo>
                <a:lnTo>
                  <a:pt x="0" y="108055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374920" y="3777543"/>
            <a:ext cx="4254818" cy="2122090"/>
          </a:xfrm>
          <a:custGeom>
            <a:avLst/>
            <a:gdLst/>
            <a:ahLst/>
            <a:cxnLst/>
            <a:rect l="l" t="t" r="r" b="b"/>
            <a:pathLst>
              <a:path w="4254818" h="2122090">
                <a:moveTo>
                  <a:pt x="0" y="0"/>
                </a:moveTo>
                <a:lnTo>
                  <a:pt x="4254817" y="0"/>
                </a:lnTo>
                <a:lnTo>
                  <a:pt x="4254817" y="2122090"/>
                </a:lnTo>
                <a:lnTo>
                  <a:pt x="0" y="21220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>
            <a:off x="12374920" y="6770248"/>
            <a:ext cx="4254818" cy="2122090"/>
          </a:xfrm>
          <a:custGeom>
            <a:avLst/>
            <a:gdLst/>
            <a:ahLst/>
            <a:cxnLst/>
            <a:rect l="l" t="t" r="r" b="b"/>
            <a:pathLst>
              <a:path w="4254818" h="2122090">
                <a:moveTo>
                  <a:pt x="0" y="0"/>
                </a:moveTo>
                <a:lnTo>
                  <a:pt x="4254817" y="0"/>
                </a:lnTo>
                <a:lnTo>
                  <a:pt x="4254817" y="2122090"/>
                </a:lnTo>
                <a:lnTo>
                  <a:pt x="0" y="21220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>
            <a:off x="13962050" y="3237264"/>
            <a:ext cx="1080558" cy="1080558"/>
          </a:xfrm>
          <a:custGeom>
            <a:avLst/>
            <a:gdLst/>
            <a:ahLst/>
            <a:cxnLst/>
            <a:rect l="l" t="t" r="r" b="b"/>
            <a:pathLst>
              <a:path w="1080558" h="1080558">
                <a:moveTo>
                  <a:pt x="0" y="0"/>
                </a:moveTo>
                <a:lnTo>
                  <a:pt x="1080557" y="0"/>
                </a:lnTo>
                <a:lnTo>
                  <a:pt x="1080557" y="1080557"/>
                </a:lnTo>
                <a:lnTo>
                  <a:pt x="0" y="10805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3962050" y="6229969"/>
            <a:ext cx="1080558" cy="1080558"/>
          </a:xfrm>
          <a:custGeom>
            <a:avLst/>
            <a:gdLst/>
            <a:ahLst/>
            <a:cxnLst/>
            <a:rect l="l" t="t" r="r" b="b"/>
            <a:pathLst>
              <a:path w="1080558" h="1080558">
                <a:moveTo>
                  <a:pt x="0" y="0"/>
                </a:moveTo>
                <a:lnTo>
                  <a:pt x="1080557" y="0"/>
                </a:lnTo>
                <a:lnTo>
                  <a:pt x="1080557" y="1080558"/>
                </a:lnTo>
                <a:lnTo>
                  <a:pt x="0" y="108055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2433906" y="1066800"/>
            <a:ext cx="13420187" cy="1085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36"/>
              </a:lnSpc>
            </a:pPr>
            <a:r>
              <a:rPr lang="en-US" sz="7400" b="1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Fungsi Sistem Peredaran Darah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06516" y="4607079"/>
            <a:ext cx="3758311" cy="75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Mengangkut oksigen ke seluruh tubuh.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385194" y="3460012"/>
            <a:ext cx="800954" cy="663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43"/>
              </a:lnSpc>
            </a:pPr>
            <a:r>
              <a:rPr lang="en-US" sz="4599" b="1" spc="-45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1.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58263" y="7599785"/>
            <a:ext cx="4254818" cy="75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Menjaga kestabilan suhu tubuh.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385194" y="6452718"/>
            <a:ext cx="800954" cy="663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43"/>
              </a:lnSpc>
            </a:pPr>
            <a:r>
              <a:rPr lang="en-US" sz="4599" b="1" spc="-45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4.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347596" y="4607079"/>
            <a:ext cx="3592808" cy="75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Mengedarkan nutrisi hasil pencernaan.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743523" y="3460012"/>
            <a:ext cx="800954" cy="663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43"/>
              </a:lnSpc>
            </a:pPr>
            <a:r>
              <a:rPr lang="en-US" sz="4599" b="1" spc="-45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2.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347596" y="7599785"/>
            <a:ext cx="3592808" cy="75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Mengatur keseimbangan cairan dan elektrolit.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743523" y="6452718"/>
            <a:ext cx="800954" cy="663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43"/>
              </a:lnSpc>
            </a:pPr>
            <a:r>
              <a:rPr lang="en-US" sz="4599" b="1" spc="-45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5.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739025" y="4607079"/>
            <a:ext cx="3526608" cy="1114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Mengangkut sisa metabolisme ke organ ekskresi.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101851" y="3460012"/>
            <a:ext cx="800954" cy="663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43"/>
              </a:lnSpc>
            </a:pPr>
            <a:r>
              <a:rPr lang="en-US" sz="4599" b="1" spc="-45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3.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739025" y="7599785"/>
            <a:ext cx="3526608" cy="75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Pertahanan tubuh terhadap penyakit.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101851" y="6452718"/>
            <a:ext cx="800954" cy="663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43"/>
              </a:lnSpc>
            </a:pPr>
            <a:r>
              <a:rPr lang="en-US" sz="4599" b="1" spc="-45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6.</a:t>
            </a:r>
          </a:p>
        </p:txBody>
      </p:sp>
      <p:sp>
        <p:nvSpPr>
          <p:cNvPr id="31" name="Freeform 31"/>
          <p:cNvSpPr/>
          <p:nvPr/>
        </p:nvSpPr>
        <p:spPr>
          <a:xfrm rot="2048847">
            <a:off x="168977" y="9046092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0" y="0"/>
                </a:moveTo>
                <a:lnTo>
                  <a:pt x="1648213" y="0"/>
                </a:lnTo>
                <a:lnTo>
                  <a:pt x="1648213" y="424416"/>
                </a:lnTo>
                <a:lnTo>
                  <a:pt x="0" y="42441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2" name="Freeform 32"/>
          <p:cNvSpPr/>
          <p:nvPr/>
        </p:nvSpPr>
        <p:spPr>
          <a:xfrm rot="2326175" flipH="1" flipV="1">
            <a:off x="16189107" y="943258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1648214" y="424415"/>
                </a:moveTo>
                <a:lnTo>
                  <a:pt x="0" y="424415"/>
                </a:lnTo>
                <a:lnTo>
                  <a:pt x="0" y="0"/>
                </a:lnTo>
                <a:lnTo>
                  <a:pt x="1648214" y="0"/>
                </a:lnTo>
                <a:lnTo>
                  <a:pt x="1648214" y="424415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4493081" y="-2745466"/>
            <a:ext cx="5233720" cy="5048661"/>
          </a:xfrm>
          <a:custGeom>
            <a:avLst/>
            <a:gdLst/>
            <a:ahLst/>
            <a:cxnLst/>
            <a:rect l="l" t="t" r="r" b="b"/>
            <a:pathLst>
              <a:path w="5233720" h="5048661">
                <a:moveTo>
                  <a:pt x="0" y="0"/>
                </a:moveTo>
                <a:lnTo>
                  <a:pt x="5233721" y="0"/>
                </a:lnTo>
                <a:lnTo>
                  <a:pt x="5233721" y="5048660"/>
                </a:lnTo>
                <a:lnTo>
                  <a:pt x="0" y="5048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448049" y="8325987"/>
            <a:ext cx="5233720" cy="5048661"/>
          </a:xfrm>
          <a:custGeom>
            <a:avLst/>
            <a:gdLst/>
            <a:ahLst/>
            <a:cxnLst/>
            <a:rect l="l" t="t" r="r" b="b"/>
            <a:pathLst>
              <a:path w="5233720" h="5048661">
                <a:moveTo>
                  <a:pt x="0" y="0"/>
                </a:moveTo>
                <a:lnTo>
                  <a:pt x="5233720" y="0"/>
                </a:lnTo>
                <a:lnTo>
                  <a:pt x="5233720" y="5048661"/>
                </a:lnTo>
                <a:lnTo>
                  <a:pt x="0" y="5048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79672">
            <a:off x="15411458" y="289235"/>
            <a:ext cx="2332743" cy="1688058"/>
          </a:xfrm>
          <a:custGeom>
            <a:avLst/>
            <a:gdLst/>
            <a:ahLst/>
            <a:cxnLst/>
            <a:rect l="l" t="t" r="r" b="b"/>
            <a:pathLst>
              <a:path w="2332743" h="1688058">
                <a:moveTo>
                  <a:pt x="0" y="0"/>
                </a:moveTo>
                <a:lnTo>
                  <a:pt x="2332743" y="0"/>
                </a:lnTo>
                <a:lnTo>
                  <a:pt x="2332743" y="1688058"/>
                </a:lnTo>
                <a:lnTo>
                  <a:pt x="0" y="16880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>
            <a:off x="578933" y="8963985"/>
            <a:ext cx="1646575" cy="1227765"/>
          </a:xfrm>
          <a:custGeom>
            <a:avLst/>
            <a:gdLst/>
            <a:ahLst/>
            <a:cxnLst/>
            <a:rect l="l" t="t" r="r" b="b"/>
            <a:pathLst>
              <a:path w="1646575" h="1227765">
                <a:moveTo>
                  <a:pt x="1646575" y="0"/>
                </a:moveTo>
                <a:lnTo>
                  <a:pt x="0" y="0"/>
                </a:lnTo>
                <a:lnTo>
                  <a:pt x="0" y="1227765"/>
                </a:lnTo>
                <a:lnTo>
                  <a:pt x="1646575" y="1227765"/>
                </a:lnTo>
                <a:lnTo>
                  <a:pt x="164657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838987" y="4734447"/>
            <a:ext cx="6808991" cy="1821405"/>
          </a:xfrm>
          <a:custGeom>
            <a:avLst/>
            <a:gdLst/>
            <a:ahLst/>
            <a:cxnLst/>
            <a:rect l="l" t="t" r="r" b="b"/>
            <a:pathLst>
              <a:path w="6808991" h="1821405">
                <a:moveTo>
                  <a:pt x="0" y="0"/>
                </a:moveTo>
                <a:lnTo>
                  <a:pt x="6808991" y="0"/>
                </a:lnTo>
                <a:lnTo>
                  <a:pt x="6808991" y="1821405"/>
                </a:lnTo>
                <a:lnTo>
                  <a:pt x="0" y="18214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298708" y="5104871"/>
            <a:ext cx="1080558" cy="1080558"/>
          </a:xfrm>
          <a:custGeom>
            <a:avLst/>
            <a:gdLst/>
            <a:ahLst/>
            <a:cxnLst/>
            <a:rect l="l" t="t" r="r" b="b"/>
            <a:pathLst>
              <a:path w="1080558" h="1080558">
                <a:moveTo>
                  <a:pt x="0" y="0"/>
                </a:moveTo>
                <a:lnTo>
                  <a:pt x="1080558" y="0"/>
                </a:lnTo>
                <a:lnTo>
                  <a:pt x="1080558" y="1080557"/>
                </a:lnTo>
                <a:lnTo>
                  <a:pt x="0" y="10805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739038" y="5180396"/>
            <a:ext cx="5611936" cy="853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Pola makan seimbang mengurangi risiko penyumbatan pembuluh darah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38510" y="5327619"/>
            <a:ext cx="800954" cy="663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43"/>
              </a:lnSpc>
            </a:pPr>
            <a:r>
              <a:rPr lang="en-US" sz="4599" b="1" spc="-45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1.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180301" y="2441052"/>
            <a:ext cx="6808991" cy="1821405"/>
          </a:xfrm>
          <a:custGeom>
            <a:avLst/>
            <a:gdLst/>
            <a:ahLst/>
            <a:cxnLst/>
            <a:rect l="l" t="t" r="r" b="b"/>
            <a:pathLst>
              <a:path w="6808991" h="1821405">
                <a:moveTo>
                  <a:pt x="0" y="0"/>
                </a:moveTo>
                <a:lnTo>
                  <a:pt x="6808991" y="0"/>
                </a:lnTo>
                <a:lnTo>
                  <a:pt x="6808991" y="1821405"/>
                </a:lnTo>
                <a:lnTo>
                  <a:pt x="0" y="18214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9640022" y="2811476"/>
            <a:ext cx="1080558" cy="1080558"/>
          </a:xfrm>
          <a:custGeom>
            <a:avLst/>
            <a:gdLst/>
            <a:ahLst/>
            <a:cxnLst/>
            <a:rect l="l" t="t" r="r" b="b"/>
            <a:pathLst>
              <a:path w="1080558" h="1080558">
                <a:moveTo>
                  <a:pt x="0" y="0"/>
                </a:moveTo>
                <a:lnTo>
                  <a:pt x="1080558" y="0"/>
                </a:lnTo>
                <a:lnTo>
                  <a:pt x="1080558" y="1080557"/>
                </a:lnTo>
                <a:lnTo>
                  <a:pt x="0" y="10805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080353" y="2887001"/>
            <a:ext cx="5611936" cy="853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Hindari asap dan alkohol untuk mencegah kerusakan pembuluh darah.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79824" y="3034224"/>
            <a:ext cx="800954" cy="663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43"/>
              </a:lnSpc>
            </a:pPr>
            <a:r>
              <a:rPr lang="en-US" sz="4599" b="1" spc="-45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3.</a:t>
            </a:r>
          </a:p>
        </p:txBody>
      </p:sp>
      <p:sp>
        <p:nvSpPr>
          <p:cNvPr id="14" name="Freeform 14"/>
          <p:cNvSpPr/>
          <p:nvPr/>
        </p:nvSpPr>
        <p:spPr>
          <a:xfrm>
            <a:off x="1838987" y="7027842"/>
            <a:ext cx="6808991" cy="1821405"/>
          </a:xfrm>
          <a:custGeom>
            <a:avLst/>
            <a:gdLst/>
            <a:ahLst/>
            <a:cxnLst/>
            <a:rect l="l" t="t" r="r" b="b"/>
            <a:pathLst>
              <a:path w="6808991" h="1821405">
                <a:moveTo>
                  <a:pt x="0" y="0"/>
                </a:moveTo>
                <a:lnTo>
                  <a:pt x="6808991" y="0"/>
                </a:lnTo>
                <a:lnTo>
                  <a:pt x="6808991" y="1821405"/>
                </a:lnTo>
                <a:lnTo>
                  <a:pt x="0" y="18214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>
            <a:off x="1298708" y="7398266"/>
            <a:ext cx="1080558" cy="1080558"/>
          </a:xfrm>
          <a:custGeom>
            <a:avLst/>
            <a:gdLst/>
            <a:ahLst/>
            <a:cxnLst/>
            <a:rect l="l" t="t" r="r" b="b"/>
            <a:pathLst>
              <a:path w="1080558" h="1080558">
                <a:moveTo>
                  <a:pt x="0" y="0"/>
                </a:moveTo>
                <a:lnTo>
                  <a:pt x="1080558" y="0"/>
                </a:lnTo>
                <a:lnTo>
                  <a:pt x="1080558" y="1080557"/>
                </a:lnTo>
                <a:lnTo>
                  <a:pt x="0" y="10805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739038" y="7473791"/>
            <a:ext cx="5611936" cy="853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Olahraga teratur memperkuat jantung dan meningkatkan sirkulasi.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38510" y="7621014"/>
            <a:ext cx="800954" cy="663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43"/>
              </a:lnSpc>
            </a:pPr>
            <a:r>
              <a:rPr lang="en-US" sz="4599" b="1" spc="-45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2.</a:t>
            </a:r>
          </a:p>
        </p:txBody>
      </p:sp>
      <p:sp>
        <p:nvSpPr>
          <p:cNvPr id="18" name="Freeform 18"/>
          <p:cNvSpPr/>
          <p:nvPr/>
        </p:nvSpPr>
        <p:spPr>
          <a:xfrm>
            <a:off x="10180301" y="4734447"/>
            <a:ext cx="6808991" cy="1821405"/>
          </a:xfrm>
          <a:custGeom>
            <a:avLst/>
            <a:gdLst/>
            <a:ahLst/>
            <a:cxnLst/>
            <a:rect l="l" t="t" r="r" b="b"/>
            <a:pathLst>
              <a:path w="6808991" h="1821405">
                <a:moveTo>
                  <a:pt x="0" y="0"/>
                </a:moveTo>
                <a:lnTo>
                  <a:pt x="6808991" y="0"/>
                </a:lnTo>
                <a:lnTo>
                  <a:pt x="6808991" y="1821405"/>
                </a:lnTo>
                <a:lnTo>
                  <a:pt x="0" y="18214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9" name="Freeform 19"/>
          <p:cNvSpPr/>
          <p:nvPr/>
        </p:nvSpPr>
        <p:spPr>
          <a:xfrm>
            <a:off x="9640022" y="5104871"/>
            <a:ext cx="1080558" cy="1080558"/>
          </a:xfrm>
          <a:custGeom>
            <a:avLst/>
            <a:gdLst/>
            <a:ahLst/>
            <a:cxnLst/>
            <a:rect l="l" t="t" r="r" b="b"/>
            <a:pathLst>
              <a:path w="1080558" h="1080558">
                <a:moveTo>
                  <a:pt x="0" y="0"/>
                </a:moveTo>
                <a:lnTo>
                  <a:pt x="1080558" y="0"/>
                </a:lnTo>
                <a:lnTo>
                  <a:pt x="1080558" y="1080557"/>
                </a:lnTo>
                <a:lnTo>
                  <a:pt x="0" y="10805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1080353" y="5180396"/>
            <a:ext cx="5611936" cy="853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Kelola stres untuk mengurangi tekanan pada jantung.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79824" y="5327619"/>
            <a:ext cx="800954" cy="663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43"/>
              </a:lnSpc>
            </a:pPr>
            <a:r>
              <a:rPr lang="en-US" sz="4599" b="1" spc="-45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4.</a:t>
            </a:r>
          </a:p>
        </p:txBody>
      </p:sp>
      <p:sp>
        <p:nvSpPr>
          <p:cNvPr id="22" name="Freeform 22"/>
          <p:cNvSpPr/>
          <p:nvPr/>
        </p:nvSpPr>
        <p:spPr>
          <a:xfrm>
            <a:off x="10180301" y="7027842"/>
            <a:ext cx="6808991" cy="1821405"/>
          </a:xfrm>
          <a:custGeom>
            <a:avLst/>
            <a:gdLst/>
            <a:ahLst/>
            <a:cxnLst/>
            <a:rect l="l" t="t" r="r" b="b"/>
            <a:pathLst>
              <a:path w="6808991" h="1821405">
                <a:moveTo>
                  <a:pt x="0" y="0"/>
                </a:moveTo>
                <a:lnTo>
                  <a:pt x="6808991" y="0"/>
                </a:lnTo>
                <a:lnTo>
                  <a:pt x="6808991" y="1821405"/>
                </a:lnTo>
                <a:lnTo>
                  <a:pt x="0" y="18214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3" name="Freeform 23"/>
          <p:cNvSpPr/>
          <p:nvPr/>
        </p:nvSpPr>
        <p:spPr>
          <a:xfrm>
            <a:off x="9640022" y="7398266"/>
            <a:ext cx="1080558" cy="1080558"/>
          </a:xfrm>
          <a:custGeom>
            <a:avLst/>
            <a:gdLst/>
            <a:ahLst/>
            <a:cxnLst/>
            <a:rect l="l" t="t" r="r" b="b"/>
            <a:pathLst>
              <a:path w="1080558" h="1080558">
                <a:moveTo>
                  <a:pt x="0" y="0"/>
                </a:moveTo>
                <a:lnTo>
                  <a:pt x="1080558" y="0"/>
                </a:lnTo>
                <a:lnTo>
                  <a:pt x="1080558" y="1080557"/>
                </a:lnTo>
                <a:lnTo>
                  <a:pt x="0" y="10805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1080353" y="7264274"/>
            <a:ext cx="5611936" cy="1272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Cukup istirahat memberi waktu pemulihan bagi sistem peredaran darah.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779824" y="7621014"/>
            <a:ext cx="800954" cy="663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43"/>
              </a:lnSpc>
            </a:pPr>
            <a:r>
              <a:rPr lang="en-US" sz="4599" b="1" spc="-45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5.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98708" y="1475853"/>
            <a:ext cx="7855479" cy="2782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95"/>
              </a:lnSpc>
            </a:pPr>
            <a:r>
              <a:rPr lang="en-US" sz="6399" b="1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Hubungan Gaya Hidup dan Kesehatan Sistem Peredaran Darah</a:t>
            </a:r>
          </a:p>
        </p:txBody>
      </p:sp>
      <p:sp>
        <p:nvSpPr>
          <p:cNvPr id="27" name="Freeform 27"/>
          <p:cNvSpPr/>
          <p:nvPr/>
        </p:nvSpPr>
        <p:spPr>
          <a:xfrm rot="1240751">
            <a:off x="6514067" y="9855217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0" y="0"/>
                </a:moveTo>
                <a:lnTo>
                  <a:pt x="1648214" y="0"/>
                </a:lnTo>
                <a:lnTo>
                  <a:pt x="1648214" y="424415"/>
                </a:lnTo>
                <a:lnTo>
                  <a:pt x="0" y="424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8" name="Freeform 28"/>
          <p:cNvSpPr/>
          <p:nvPr/>
        </p:nvSpPr>
        <p:spPr>
          <a:xfrm rot="928963" flipH="1" flipV="1">
            <a:off x="11538679" y="181415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1648214" y="424415"/>
                </a:moveTo>
                <a:lnTo>
                  <a:pt x="0" y="424415"/>
                </a:lnTo>
                <a:lnTo>
                  <a:pt x="0" y="0"/>
                </a:lnTo>
                <a:lnTo>
                  <a:pt x="1648214" y="0"/>
                </a:lnTo>
                <a:lnTo>
                  <a:pt x="1648214" y="424415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 rot="-108599" flipH="1">
            <a:off x="-3650178" y="-4838074"/>
            <a:ext cx="6687396" cy="6496731"/>
          </a:xfrm>
          <a:custGeom>
            <a:avLst/>
            <a:gdLst/>
            <a:ahLst/>
            <a:cxnLst/>
            <a:rect l="l" t="t" r="r" b="b"/>
            <a:pathLst>
              <a:path w="6687396" h="6496731">
                <a:moveTo>
                  <a:pt x="6687396" y="0"/>
                </a:moveTo>
                <a:lnTo>
                  <a:pt x="0" y="0"/>
                </a:lnTo>
                <a:lnTo>
                  <a:pt x="0" y="6496731"/>
                </a:lnTo>
                <a:lnTo>
                  <a:pt x="6687396" y="6496731"/>
                </a:lnTo>
                <a:lnTo>
                  <a:pt x="6687396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7279279" y="9331147"/>
            <a:ext cx="493441" cy="493441"/>
          </a:xfrm>
          <a:custGeom>
            <a:avLst/>
            <a:gdLst/>
            <a:ahLst/>
            <a:cxnLst/>
            <a:rect l="l" t="t" r="r" b="b"/>
            <a:pathLst>
              <a:path w="493441" h="493441">
                <a:moveTo>
                  <a:pt x="0" y="0"/>
                </a:moveTo>
                <a:lnTo>
                  <a:pt x="493442" y="0"/>
                </a:lnTo>
                <a:lnTo>
                  <a:pt x="493442" y="493441"/>
                </a:lnTo>
                <a:lnTo>
                  <a:pt x="0" y="49344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784884">
            <a:off x="-2475265" y="-3318994"/>
            <a:ext cx="7972096" cy="5301444"/>
          </a:xfrm>
          <a:custGeom>
            <a:avLst/>
            <a:gdLst/>
            <a:ahLst/>
            <a:cxnLst/>
            <a:rect l="l" t="t" r="r" b="b"/>
            <a:pathLst>
              <a:path w="7972096" h="5301444">
                <a:moveTo>
                  <a:pt x="0" y="0"/>
                </a:moveTo>
                <a:lnTo>
                  <a:pt x="7972096" y="0"/>
                </a:lnTo>
                <a:lnTo>
                  <a:pt x="7972096" y="5301444"/>
                </a:lnTo>
                <a:lnTo>
                  <a:pt x="0" y="53014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7909152">
            <a:off x="14004242" y="7345455"/>
            <a:ext cx="7972096" cy="5301444"/>
          </a:xfrm>
          <a:custGeom>
            <a:avLst/>
            <a:gdLst/>
            <a:ahLst/>
            <a:cxnLst/>
            <a:rect l="l" t="t" r="r" b="b"/>
            <a:pathLst>
              <a:path w="7972096" h="5301444">
                <a:moveTo>
                  <a:pt x="0" y="0"/>
                </a:moveTo>
                <a:lnTo>
                  <a:pt x="7972096" y="0"/>
                </a:lnTo>
                <a:lnTo>
                  <a:pt x="7972096" y="5301444"/>
                </a:lnTo>
                <a:lnTo>
                  <a:pt x="0" y="53014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650911" flipH="1">
            <a:off x="620739" y="414817"/>
            <a:ext cx="1646575" cy="1227765"/>
          </a:xfrm>
          <a:custGeom>
            <a:avLst/>
            <a:gdLst/>
            <a:ahLst/>
            <a:cxnLst/>
            <a:rect l="l" t="t" r="r" b="b"/>
            <a:pathLst>
              <a:path w="1646575" h="1227765">
                <a:moveTo>
                  <a:pt x="1646575" y="0"/>
                </a:moveTo>
                <a:lnTo>
                  <a:pt x="0" y="0"/>
                </a:lnTo>
                <a:lnTo>
                  <a:pt x="0" y="1227766"/>
                </a:lnTo>
                <a:lnTo>
                  <a:pt x="1646575" y="1227766"/>
                </a:lnTo>
                <a:lnTo>
                  <a:pt x="164657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67887" y="8552462"/>
            <a:ext cx="1646575" cy="1227765"/>
          </a:xfrm>
          <a:custGeom>
            <a:avLst/>
            <a:gdLst/>
            <a:ahLst/>
            <a:cxnLst/>
            <a:rect l="l" t="t" r="r" b="b"/>
            <a:pathLst>
              <a:path w="1646575" h="1227765">
                <a:moveTo>
                  <a:pt x="0" y="0"/>
                </a:moveTo>
                <a:lnTo>
                  <a:pt x="1646575" y="0"/>
                </a:lnTo>
                <a:lnTo>
                  <a:pt x="1646575" y="1227765"/>
                </a:lnTo>
                <a:lnTo>
                  <a:pt x="0" y="12277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745870" y="1475853"/>
            <a:ext cx="12796260" cy="934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95"/>
              </a:lnSpc>
            </a:pPr>
            <a:r>
              <a:rPr lang="en-US" sz="6399" b="1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Gangguan Sistem Peredaran Darah</a:t>
            </a:r>
          </a:p>
        </p:txBody>
      </p:sp>
      <p:sp>
        <p:nvSpPr>
          <p:cNvPr id="7" name="Freeform 7"/>
          <p:cNvSpPr/>
          <p:nvPr/>
        </p:nvSpPr>
        <p:spPr>
          <a:xfrm>
            <a:off x="779991" y="3991953"/>
            <a:ext cx="5299163" cy="1894451"/>
          </a:xfrm>
          <a:custGeom>
            <a:avLst/>
            <a:gdLst/>
            <a:ahLst/>
            <a:cxnLst/>
            <a:rect l="l" t="t" r="r" b="b"/>
            <a:pathLst>
              <a:path w="5299163" h="1894451">
                <a:moveTo>
                  <a:pt x="0" y="0"/>
                </a:moveTo>
                <a:lnTo>
                  <a:pt x="5299163" y="0"/>
                </a:lnTo>
                <a:lnTo>
                  <a:pt x="5299163" y="1894451"/>
                </a:lnTo>
                <a:lnTo>
                  <a:pt x="0" y="18944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6494418" y="3991953"/>
            <a:ext cx="5299163" cy="1894451"/>
          </a:xfrm>
          <a:custGeom>
            <a:avLst/>
            <a:gdLst/>
            <a:ahLst/>
            <a:cxnLst/>
            <a:rect l="l" t="t" r="r" b="b"/>
            <a:pathLst>
              <a:path w="5299163" h="1894451">
                <a:moveTo>
                  <a:pt x="0" y="0"/>
                </a:moveTo>
                <a:lnTo>
                  <a:pt x="5299164" y="0"/>
                </a:lnTo>
                <a:lnTo>
                  <a:pt x="5299164" y="1894451"/>
                </a:lnTo>
                <a:lnTo>
                  <a:pt x="0" y="18944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779991" y="3187118"/>
            <a:ext cx="5299163" cy="728635"/>
          </a:xfrm>
          <a:custGeom>
            <a:avLst/>
            <a:gdLst/>
            <a:ahLst/>
            <a:cxnLst/>
            <a:rect l="l" t="t" r="r" b="b"/>
            <a:pathLst>
              <a:path w="5299163" h="728635">
                <a:moveTo>
                  <a:pt x="0" y="0"/>
                </a:moveTo>
                <a:lnTo>
                  <a:pt x="5299163" y="0"/>
                </a:lnTo>
                <a:lnTo>
                  <a:pt x="5299163" y="728635"/>
                </a:lnTo>
                <a:lnTo>
                  <a:pt x="0" y="7286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6494418" y="3187118"/>
            <a:ext cx="5299163" cy="728635"/>
          </a:xfrm>
          <a:custGeom>
            <a:avLst/>
            <a:gdLst/>
            <a:ahLst/>
            <a:cxnLst/>
            <a:rect l="l" t="t" r="r" b="b"/>
            <a:pathLst>
              <a:path w="5299163" h="728635">
                <a:moveTo>
                  <a:pt x="0" y="0"/>
                </a:moveTo>
                <a:lnTo>
                  <a:pt x="5299164" y="0"/>
                </a:lnTo>
                <a:lnTo>
                  <a:pt x="5299164" y="728635"/>
                </a:lnTo>
                <a:lnTo>
                  <a:pt x="0" y="7286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TextBox 11"/>
          <p:cNvSpPr txBox="1"/>
          <p:nvPr/>
        </p:nvSpPr>
        <p:spPr>
          <a:xfrm>
            <a:off x="1279478" y="4474424"/>
            <a:ext cx="4300189" cy="853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359"/>
              </a:lnSpc>
            </a:pPr>
            <a:r>
              <a:rPr lang="en-US" sz="2400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Kekurangan zat besi, darah sulit mengangkut oksigen.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82372" y="4474424"/>
            <a:ext cx="4723257" cy="853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359"/>
              </a:lnSpc>
            </a:pPr>
            <a:r>
              <a:rPr lang="en-US" sz="2400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Tekanan darah tinggi, sering tidak menunjukkan gejala awal.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66878" y="3290102"/>
            <a:ext cx="3725390" cy="53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4"/>
              </a:lnSpc>
            </a:pPr>
            <a:r>
              <a:rPr lang="en-US" sz="3600" b="1" spc="-36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Anemia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81305" y="3290102"/>
            <a:ext cx="3725390" cy="53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4"/>
              </a:lnSpc>
            </a:pPr>
            <a:r>
              <a:rPr lang="en-US" sz="3600" b="1" spc="-36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Hipertensi</a:t>
            </a:r>
          </a:p>
        </p:txBody>
      </p:sp>
      <p:sp>
        <p:nvSpPr>
          <p:cNvPr id="15" name="Freeform 15"/>
          <p:cNvSpPr/>
          <p:nvPr/>
        </p:nvSpPr>
        <p:spPr>
          <a:xfrm>
            <a:off x="12208846" y="3991953"/>
            <a:ext cx="5299163" cy="1894451"/>
          </a:xfrm>
          <a:custGeom>
            <a:avLst/>
            <a:gdLst/>
            <a:ahLst/>
            <a:cxnLst/>
            <a:rect l="l" t="t" r="r" b="b"/>
            <a:pathLst>
              <a:path w="5299163" h="1894451">
                <a:moveTo>
                  <a:pt x="0" y="0"/>
                </a:moveTo>
                <a:lnTo>
                  <a:pt x="5299163" y="0"/>
                </a:lnTo>
                <a:lnTo>
                  <a:pt x="5299163" y="1894451"/>
                </a:lnTo>
                <a:lnTo>
                  <a:pt x="0" y="18944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>
            <a:off x="12208846" y="3187118"/>
            <a:ext cx="5299163" cy="728635"/>
          </a:xfrm>
          <a:custGeom>
            <a:avLst/>
            <a:gdLst/>
            <a:ahLst/>
            <a:cxnLst/>
            <a:rect l="l" t="t" r="r" b="b"/>
            <a:pathLst>
              <a:path w="5299163" h="728635">
                <a:moveTo>
                  <a:pt x="0" y="0"/>
                </a:moveTo>
                <a:lnTo>
                  <a:pt x="5299163" y="0"/>
                </a:lnTo>
                <a:lnTo>
                  <a:pt x="5299163" y="728635"/>
                </a:lnTo>
                <a:lnTo>
                  <a:pt x="0" y="7286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7" name="TextBox 17"/>
          <p:cNvSpPr txBox="1"/>
          <p:nvPr/>
        </p:nvSpPr>
        <p:spPr>
          <a:xfrm>
            <a:off x="12831413" y="4474424"/>
            <a:ext cx="4054029" cy="853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359"/>
              </a:lnSpc>
            </a:pPr>
            <a:r>
              <a:rPr lang="en-US" sz="2400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Pengerasan pembuluh darah.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995732" y="3290102"/>
            <a:ext cx="3725390" cy="53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4"/>
              </a:lnSpc>
            </a:pPr>
            <a:r>
              <a:rPr lang="en-US" sz="3600" b="1" spc="-36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Arteriosklerosis</a:t>
            </a:r>
          </a:p>
        </p:txBody>
      </p:sp>
      <p:sp>
        <p:nvSpPr>
          <p:cNvPr id="19" name="Freeform 19"/>
          <p:cNvSpPr/>
          <p:nvPr/>
        </p:nvSpPr>
        <p:spPr>
          <a:xfrm>
            <a:off x="3637205" y="7075192"/>
            <a:ext cx="5299163" cy="1894451"/>
          </a:xfrm>
          <a:custGeom>
            <a:avLst/>
            <a:gdLst/>
            <a:ahLst/>
            <a:cxnLst/>
            <a:rect l="l" t="t" r="r" b="b"/>
            <a:pathLst>
              <a:path w="5299163" h="1894451">
                <a:moveTo>
                  <a:pt x="0" y="0"/>
                </a:moveTo>
                <a:lnTo>
                  <a:pt x="5299163" y="0"/>
                </a:lnTo>
                <a:lnTo>
                  <a:pt x="5299163" y="1894451"/>
                </a:lnTo>
                <a:lnTo>
                  <a:pt x="0" y="18944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0" name="Freeform 20"/>
          <p:cNvSpPr/>
          <p:nvPr/>
        </p:nvSpPr>
        <p:spPr>
          <a:xfrm>
            <a:off x="3637205" y="6270357"/>
            <a:ext cx="5299163" cy="728635"/>
          </a:xfrm>
          <a:custGeom>
            <a:avLst/>
            <a:gdLst/>
            <a:ahLst/>
            <a:cxnLst/>
            <a:rect l="l" t="t" r="r" b="b"/>
            <a:pathLst>
              <a:path w="5299163" h="728635">
                <a:moveTo>
                  <a:pt x="0" y="0"/>
                </a:moveTo>
                <a:lnTo>
                  <a:pt x="5299163" y="0"/>
                </a:lnTo>
                <a:lnTo>
                  <a:pt x="5299163" y="728635"/>
                </a:lnTo>
                <a:lnTo>
                  <a:pt x="0" y="7286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1" name="TextBox 21"/>
          <p:cNvSpPr txBox="1"/>
          <p:nvPr/>
        </p:nvSpPr>
        <p:spPr>
          <a:xfrm>
            <a:off x="4259772" y="7557664"/>
            <a:ext cx="4054029" cy="853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359"/>
              </a:lnSpc>
            </a:pPr>
            <a:r>
              <a:rPr lang="en-US" sz="2400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Pelebaran pembuluh darah vena.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24091" y="6373342"/>
            <a:ext cx="3725390" cy="53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4"/>
              </a:lnSpc>
            </a:pPr>
            <a:r>
              <a:rPr lang="en-US" sz="3600" b="1" spc="-36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Varises</a:t>
            </a:r>
          </a:p>
        </p:txBody>
      </p:sp>
      <p:sp>
        <p:nvSpPr>
          <p:cNvPr id="23" name="Freeform 23"/>
          <p:cNvSpPr/>
          <p:nvPr/>
        </p:nvSpPr>
        <p:spPr>
          <a:xfrm>
            <a:off x="9351632" y="7075192"/>
            <a:ext cx="5299163" cy="1894451"/>
          </a:xfrm>
          <a:custGeom>
            <a:avLst/>
            <a:gdLst/>
            <a:ahLst/>
            <a:cxnLst/>
            <a:rect l="l" t="t" r="r" b="b"/>
            <a:pathLst>
              <a:path w="5299163" h="1894451">
                <a:moveTo>
                  <a:pt x="0" y="0"/>
                </a:moveTo>
                <a:lnTo>
                  <a:pt x="5299163" y="0"/>
                </a:lnTo>
                <a:lnTo>
                  <a:pt x="5299163" y="1894451"/>
                </a:lnTo>
                <a:lnTo>
                  <a:pt x="0" y="18944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4" name="Freeform 24"/>
          <p:cNvSpPr/>
          <p:nvPr/>
        </p:nvSpPr>
        <p:spPr>
          <a:xfrm>
            <a:off x="9351632" y="6270357"/>
            <a:ext cx="5299163" cy="728635"/>
          </a:xfrm>
          <a:custGeom>
            <a:avLst/>
            <a:gdLst/>
            <a:ahLst/>
            <a:cxnLst/>
            <a:rect l="l" t="t" r="r" b="b"/>
            <a:pathLst>
              <a:path w="5299163" h="728635">
                <a:moveTo>
                  <a:pt x="0" y="0"/>
                </a:moveTo>
                <a:lnTo>
                  <a:pt x="5299163" y="0"/>
                </a:lnTo>
                <a:lnTo>
                  <a:pt x="5299163" y="728635"/>
                </a:lnTo>
                <a:lnTo>
                  <a:pt x="0" y="7286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TextBox 25"/>
          <p:cNvSpPr txBox="1"/>
          <p:nvPr/>
        </p:nvSpPr>
        <p:spPr>
          <a:xfrm>
            <a:off x="9974199" y="7557664"/>
            <a:ext cx="4054029" cy="853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359"/>
              </a:lnSpc>
            </a:pPr>
            <a:r>
              <a:rPr lang="en-US" sz="2400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Gangguan aliran darah ke otak.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138518" y="6373342"/>
            <a:ext cx="3725390" cy="53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04"/>
              </a:lnSpc>
            </a:pPr>
            <a:r>
              <a:rPr lang="en-US" sz="3600" b="1" spc="-36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Stroke</a:t>
            </a:r>
          </a:p>
        </p:txBody>
      </p:sp>
      <p:sp>
        <p:nvSpPr>
          <p:cNvPr id="27" name="Freeform 27"/>
          <p:cNvSpPr/>
          <p:nvPr/>
        </p:nvSpPr>
        <p:spPr>
          <a:xfrm rot="-10508694">
            <a:off x="16151245" y="816492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0" y="0"/>
                </a:moveTo>
                <a:lnTo>
                  <a:pt x="1648213" y="0"/>
                </a:lnTo>
                <a:lnTo>
                  <a:pt x="1648213" y="424416"/>
                </a:lnTo>
                <a:lnTo>
                  <a:pt x="0" y="4244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8" name="Freeform 28"/>
          <p:cNvSpPr/>
          <p:nvPr/>
        </p:nvSpPr>
        <p:spPr>
          <a:xfrm rot="-10329036" flipH="1" flipV="1">
            <a:off x="453257" y="9046092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1648213" y="424416"/>
                </a:moveTo>
                <a:lnTo>
                  <a:pt x="0" y="424416"/>
                </a:lnTo>
                <a:lnTo>
                  <a:pt x="0" y="0"/>
                </a:lnTo>
                <a:lnTo>
                  <a:pt x="1648213" y="0"/>
                </a:lnTo>
                <a:lnTo>
                  <a:pt x="1648213" y="424416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33906" y="856842"/>
            <a:ext cx="13420187" cy="2151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36"/>
              </a:lnSpc>
            </a:pPr>
            <a:r>
              <a:rPr lang="en-US" sz="7400" b="1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Menjaga Kesehatan Sistem Peredaran Darah</a:t>
            </a:r>
          </a:p>
        </p:txBody>
      </p:sp>
      <p:sp>
        <p:nvSpPr>
          <p:cNvPr id="3" name="Freeform 3"/>
          <p:cNvSpPr/>
          <p:nvPr/>
        </p:nvSpPr>
        <p:spPr>
          <a:xfrm>
            <a:off x="4337427" y="7136210"/>
            <a:ext cx="4254818" cy="2122090"/>
          </a:xfrm>
          <a:custGeom>
            <a:avLst/>
            <a:gdLst/>
            <a:ahLst/>
            <a:cxnLst/>
            <a:rect l="l" t="t" r="r" b="b"/>
            <a:pathLst>
              <a:path w="4254818" h="2122090">
                <a:moveTo>
                  <a:pt x="0" y="0"/>
                </a:moveTo>
                <a:lnTo>
                  <a:pt x="4254817" y="0"/>
                </a:lnTo>
                <a:lnTo>
                  <a:pt x="4254817" y="2122090"/>
                </a:lnTo>
                <a:lnTo>
                  <a:pt x="0" y="21220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9695756" y="7136210"/>
            <a:ext cx="4254818" cy="2122090"/>
          </a:xfrm>
          <a:custGeom>
            <a:avLst/>
            <a:gdLst/>
            <a:ahLst/>
            <a:cxnLst/>
            <a:rect l="l" t="t" r="r" b="b"/>
            <a:pathLst>
              <a:path w="4254818" h="2122090">
                <a:moveTo>
                  <a:pt x="0" y="0"/>
                </a:moveTo>
                <a:lnTo>
                  <a:pt x="4254817" y="0"/>
                </a:lnTo>
                <a:lnTo>
                  <a:pt x="4254817" y="2122090"/>
                </a:lnTo>
                <a:lnTo>
                  <a:pt x="0" y="21220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5924557" y="6595931"/>
            <a:ext cx="1080558" cy="1080558"/>
          </a:xfrm>
          <a:custGeom>
            <a:avLst/>
            <a:gdLst/>
            <a:ahLst/>
            <a:cxnLst/>
            <a:rect l="l" t="t" r="r" b="b"/>
            <a:pathLst>
              <a:path w="1080558" h="1080558">
                <a:moveTo>
                  <a:pt x="0" y="0"/>
                </a:moveTo>
                <a:lnTo>
                  <a:pt x="1080558" y="0"/>
                </a:lnTo>
                <a:lnTo>
                  <a:pt x="1080558" y="1080558"/>
                </a:lnTo>
                <a:lnTo>
                  <a:pt x="0" y="10805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282885" y="6595931"/>
            <a:ext cx="1080558" cy="1080558"/>
          </a:xfrm>
          <a:custGeom>
            <a:avLst/>
            <a:gdLst/>
            <a:ahLst/>
            <a:cxnLst/>
            <a:rect l="l" t="t" r="r" b="b"/>
            <a:pathLst>
              <a:path w="1080558" h="1080558">
                <a:moveTo>
                  <a:pt x="0" y="0"/>
                </a:moveTo>
                <a:lnTo>
                  <a:pt x="1080558" y="0"/>
                </a:lnTo>
                <a:lnTo>
                  <a:pt x="1080558" y="1080558"/>
                </a:lnTo>
                <a:lnTo>
                  <a:pt x="0" y="10805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585680" y="7965746"/>
            <a:ext cx="3758311" cy="75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Periksakan kesehatan secara rutin.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64359" y="6818679"/>
            <a:ext cx="800954" cy="663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43"/>
              </a:lnSpc>
            </a:pPr>
            <a:r>
              <a:rPr lang="en-US" sz="4599" b="1" spc="-45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4.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72920" y="7965746"/>
            <a:ext cx="3100489" cy="75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Kelola stres dengan baik.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22687" y="6818679"/>
            <a:ext cx="800954" cy="663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43"/>
              </a:lnSpc>
            </a:pPr>
            <a:r>
              <a:rPr lang="en-US" sz="4599" b="1" spc="-45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5.</a:t>
            </a:r>
          </a:p>
        </p:txBody>
      </p:sp>
      <p:sp>
        <p:nvSpPr>
          <p:cNvPr id="11" name="Freeform 11"/>
          <p:cNvSpPr/>
          <p:nvPr/>
        </p:nvSpPr>
        <p:spPr>
          <a:xfrm>
            <a:off x="1658263" y="4194372"/>
            <a:ext cx="4254818" cy="2122090"/>
          </a:xfrm>
          <a:custGeom>
            <a:avLst/>
            <a:gdLst/>
            <a:ahLst/>
            <a:cxnLst/>
            <a:rect l="l" t="t" r="r" b="b"/>
            <a:pathLst>
              <a:path w="4254818" h="2122090">
                <a:moveTo>
                  <a:pt x="0" y="0"/>
                </a:moveTo>
                <a:lnTo>
                  <a:pt x="4254817" y="0"/>
                </a:lnTo>
                <a:lnTo>
                  <a:pt x="4254817" y="2122091"/>
                </a:lnTo>
                <a:lnTo>
                  <a:pt x="0" y="21220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7016591" y="4194372"/>
            <a:ext cx="4254818" cy="2122090"/>
          </a:xfrm>
          <a:custGeom>
            <a:avLst/>
            <a:gdLst/>
            <a:ahLst/>
            <a:cxnLst/>
            <a:rect l="l" t="t" r="r" b="b"/>
            <a:pathLst>
              <a:path w="4254818" h="2122090">
                <a:moveTo>
                  <a:pt x="0" y="0"/>
                </a:moveTo>
                <a:lnTo>
                  <a:pt x="4254818" y="0"/>
                </a:lnTo>
                <a:lnTo>
                  <a:pt x="4254818" y="2122091"/>
                </a:lnTo>
                <a:lnTo>
                  <a:pt x="0" y="21220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3245393" y="3654094"/>
            <a:ext cx="1080558" cy="1080558"/>
          </a:xfrm>
          <a:custGeom>
            <a:avLst/>
            <a:gdLst/>
            <a:ahLst/>
            <a:cxnLst/>
            <a:rect l="l" t="t" r="r" b="b"/>
            <a:pathLst>
              <a:path w="1080558" h="1080558">
                <a:moveTo>
                  <a:pt x="0" y="0"/>
                </a:moveTo>
                <a:lnTo>
                  <a:pt x="1080557" y="0"/>
                </a:lnTo>
                <a:lnTo>
                  <a:pt x="1080557" y="1080557"/>
                </a:lnTo>
                <a:lnTo>
                  <a:pt x="0" y="1080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603721" y="3654094"/>
            <a:ext cx="1080558" cy="1080558"/>
          </a:xfrm>
          <a:custGeom>
            <a:avLst/>
            <a:gdLst/>
            <a:ahLst/>
            <a:cxnLst/>
            <a:rect l="l" t="t" r="r" b="b"/>
            <a:pathLst>
              <a:path w="1080558" h="1080558">
                <a:moveTo>
                  <a:pt x="0" y="0"/>
                </a:moveTo>
                <a:lnTo>
                  <a:pt x="1080558" y="0"/>
                </a:lnTo>
                <a:lnTo>
                  <a:pt x="1080558" y="1080557"/>
                </a:lnTo>
                <a:lnTo>
                  <a:pt x="0" y="1080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374920" y="4194372"/>
            <a:ext cx="4254818" cy="2122090"/>
          </a:xfrm>
          <a:custGeom>
            <a:avLst/>
            <a:gdLst/>
            <a:ahLst/>
            <a:cxnLst/>
            <a:rect l="l" t="t" r="r" b="b"/>
            <a:pathLst>
              <a:path w="4254818" h="2122090">
                <a:moveTo>
                  <a:pt x="0" y="0"/>
                </a:moveTo>
                <a:lnTo>
                  <a:pt x="4254817" y="0"/>
                </a:lnTo>
                <a:lnTo>
                  <a:pt x="4254817" y="2122091"/>
                </a:lnTo>
                <a:lnTo>
                  <a:pt x="0" y="21220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>
            <a:off x="13962050" y="3654094"/>
            <a:ext cx="1080558" cy="1080558"/>
          </a:xfrm>
          <a:custGeom>
            <a:avLst/>
            <a:gdLst/>
            <a:ahLst/>
            <a:cxnLst/>
            <a:rect l="l" t="t" r="r" b="b"/>
            <a:pathLst>
              <a:path w="1080558" h="1080558">
                <a:moveTo>
                  <a:pt x="0" y="0"/>
                </a:moveTo>
                <a:lnTo>
                  <a:pt x="1080557" y="0"/>
                </a:lnTo>
                <a:lnTo>
                  <a:pt x="1080557" y="1080557"/>
                </a:lnTo>
                <a:lnTo>
                  <a:pt x="0" y="1080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906516" y="4928957"/>
            <a:ext cx="3758311" cy="1114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Konsumsi makanan kaya zat besi mencegah anemia.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385194" y="3876842"/>
            <a:ext cx="800954" cy="663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43"/>
              </a:lnSpc>
            </a:pPr>
            <a:r>
              <a:rPr lang="en-US" sz="4599" b="1" spc="-45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1.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47596" y="4928957"/>
            <a:ext cx="3592808" cy="1114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Kurangi makanan berlemak dan tinggi kolesterol.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743523" y="3876842"/>
            <a:ext cx="800954" cy="663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43"/>
              </a:lnSpc>
            </a:pPr>
            <a:r>
              <a:rPr lang="en-US" sz="4599" b="1" spc="-45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2.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932436" y="4928957"/>
            <a:ext cx="3139785" cy="1114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Lakukan aktivitas fisik minimal 30 menit sehari.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101851" y="3876842"/>
            <a:ext cx="800954" cy="663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43"/>
              </a:lnSpc>
            </a:pPr>
            <a:r>
              <a:rPr lang="en-US" sz="4599" b="1" spc="-45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3.</a:t>
            </a:r>
          </a:p>
        </p:txBody>
      </p:sp>
      <p:sp>
        <p:nvSpPr>
          <p:cNvPr id="23" name="Freeform 23"/>
          <p:cNvSpPr/>
          <p:nvPr/>
        </p:nvSpPr>
        <p:spPr>
          <a:xfrm rot="-8516064">
            <a:off x="-1517475" y="8173905"/>
            <a:ext cx="5092350" cy="3386413"/>
          </a:xfrm>
          <a:custGeom>
            <a:avLst/>
            <a:gdLst/>
            <a:ahLst/>
            <a:cxnLst/>
            <a:rect l="l" t="t" r="r" b="b"/>
            <a:pathLst>
              <a:path w="5092350" h="3386413">
                <a:moveTo>
                  <a:pt x="0" y="0"/>
                </a:moveTo>
                <a:lnTo>
                  <a:pt x="5092350" y="0"/>
                </a:lnTo>
                <a:lnTo>
                  <a:pt x="5092350" y="3386413"/>
                </a:lnTo>
                <a:lnTo>
                  <a:pt x="0" y="33864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4" name="Freeform 24"/>
          <p:cNvSpPr/>
          <p:nvPr/>
        </p:nvSpPr>
        <p:spPr>
          <a:xfrm rot="1990554">
            <a:off x="14685232" y="-1939657"/>
            <a:ext cx="5807960" cy="3862293"/>
          </a:xfrm>
          <a:custGeom>
            <a:avLst/>
            <a:gdLst/>
            <a:ahLst/>
            <a:cxnLst/>
            <a:rect l="l" t="t" r="r" b="b"/>
            <a:pathLst>
              <a:path w="5807960" h="3862293">
                <a:moveTo>
                  <a:pt x="0" y="0"/>
                </a:moveTo>
                <a:lnTo>
                  <a:pt x="5807960" y="0"/>
                </a:lnTo>
                <a:lnTo>
                  <a:pt x="5807960" y="3862293"/>
                </a:lnTo>
                <a:lnTo>
                  <a:pt x="0" y="38622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Freeform 25"/>
          <p:cNvSpPr/>
          <p:nvPr/>
        </p:nvSpPr>
        <p:spPr>
          <a:xfrm rot="-650911" flipH="1">
            <a:off x="471824" y="8531476"/>
            <a:ext cx="1646575" cy="1227765"/>
          </a:xfrm>
          <a:custGeom>
            <a:avLst/>
            <a:gdLst/>
            <a:ahLst/>
            <a:cxnLst/>
            <a:rect l="l" t="t" r="r" b="b"/>
            <a:pathLst>
              <a:path w="1646575" h="1227765">
                <a:moveTo>
                  <a:pt x="1646575" y="0"/>
                </a:moveTo>
                <a:lnTo>
                  <a:pt x="0" y="0"/>
                </a:lnTo>
                <a:lnTo>
                  <a:pt x="0" y="1227765"/>
                </a:lnTo>
                <a:lnTo>
                  <a:pt x="1646575" y="1227765"/>
                </a:lnTo>
                <a:lnTo>
                  <a:pt x="164657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6072221" y="292587"/>
            <a:ext cx="1646575" cy="1227765"/>
          </a:xfrm>
          <a:custGeom>
            <a:avLst/>
            <a:gdLst/>
            <a:ahLst/>
            <a:cxnLst/>
            <a:rect l="l" t="t" r="r" b="b"/>
            <a:pathLst>
              <a:path w="1646575" h="1227765">
                <a:moveTo>
                  <a:pt x="0" y="0"/>
                </a:moveTo>
                <a:lnTo>
                  <a:pt x="1646575" y="0"/>
                </a:lnTo>
                <a:lnTo>
                  <a:pt x="1646575" y="1227765"/>
                </a:lnTo>
                <a:lnTo>
                  <a:pt x="0" y="12277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613373" y="558800"/>
            <a:ext cx="533112" cy="548187"/>
          </a:xfrm>
          <a:custGeom>
            <a:avLst/>
            <a:gdLst/>
            <a:ahLst/>
            <a:cxnLst/>
            <a:rect l="l" t="t" r="r" b="b"/>
            <a:pathLst>
              <a:path w="533112" h="548187">
                <a:moveTo>
                  <a:pt x="0" y="0"/>
                </a:moveTo>
                <a:lnTo>
                  <a:pt x="533112" y="0"/>
                </a:lnTo>
                <a:lnTo>
                  <a:pt x="533112" y="548187"/>
                </a:lnTo>
                <a:lnTo>
                  <a:pt x="0" y="5481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rot="6860970">
            <a:off x="322378" y="2146438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0" y="0"/>
                </a:moveTo>
                <a:lnTo>
                  <a:pt x="1648214" y="0"/>
                </a:lnTo>
                <a:lnTo>
                  <a:pt x="1648214" y="424415"/>
                </a:lnTo>
                <a:lnTo>
                  <a:pt x="0" y="424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 rot="7005621" flipH="1" flipV="1">
            <a:off x="16435193" y="7464281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1648214" y="424415"/>
                </a:moveTo>
                <a:lnTo>
                  <a:pt x="0" y="424415"/>
                </a:lnTo>
                <a:lnTo>
                  <a:pt x="0" y="0"/>
                </a:lnTo>
                <a:lnTo>
                  <a:pt x="1648214" y="0"/>
                </a:lnTo>
                <a:lnTo>
                  <a:pt x="1648214" y="424415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Freeform 30"/>
          <p:cNvSpPr/>
          <p:nvPr/>
        </p:nvSpPr>
        <p:spPr>
          <a:xfrm>
            <a:off x="17012579" y="8898638"/>
            <a:ext cx="493441" cy="493441"/>
          </a:xfrm>
          <a:custGeom>
            <a:avLst/>
            <a:gdLst/>
            <a:ahLst/>
            <a:cxnLst/>
            <a:rect l="l" t="t" r="r" b="b"/>
            <a:pathLst>
              <a:path w="493441" h="493441">
                <a:moveTo>
                  <a:pt x="0" y="0"/>
                </a:moveTo>
                <a:lnTo>
                  <a:pt x="493442" y="0"/>
                </a:lnTo>
                <a:lnTo>
                  <a:pt x="493442" y="493441"/>
                </a:lnTo>
                <a:lnTo>
                  <a:pt x="0" y="49344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135060" flipH="1">
            <a:off x="-975557" y="8528599"/>
            <a:ext cx="6687396" cy="6496731"/>
          </a:xfrm>
          <a:custGeom>
            <a:avLst/>
            <a:gdLst/>
            <a:ahLst/>
            <a:cxnLst/>
            <a:rect l="l" t="t" r="r" b="b"/>
            <a:pathLst>
              <a:path w="6687396" h="6496731">
                <a:moveTo>
                  <a:pt x="6687396" y="0"/>
                </a:moveTo>
                <a:lnTo>
                  <a:pt x="0" y="0"/>
                </a:lnTo>
                <a:lnTo>
                  <a:pt x="0" y="6496730"/>
                </a:lnTo>
                <a:lnTo>
                  <a:pt x="6687396" y="6496730"/>
                </a:lnTo>
                <a:lnTo>
                  <a:pt x="66873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599" flipH="1">
            <a:off x="9765539" y="-4738329"/>
            <a:ext cx="6687396" cy="6496731"/>
          </a:xfrm>
          <a:custGeom>
            <a:avLst/>
            <a:gdLst/>
            <a:ahLst/>
            <a:cxnLst/>
            <a:rect l="l" t="t" r="r" b="b"/>
            <a:pathLst>
              <a:path w="6687396" h="6496731">
                <a:moveTo>
                  <a:pt x="6687396" y="0"/>
                </a:moveTo>
                <a:lnTo>
                  <a:pt x="0" y="0"/>
                </a:lnTo>
                <a:lnTo>
                  <a:pt x="0" y="6496730"/>
                </a:lnTo>
                <a:lnTo>
                  <a:pt x="6687396" y="6496730"/>
                </a:lnTo>
                <a:lnTo>
                  <a:pt x="66873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784884">
            <a:off x="-2475265" y="-3318994"/>
            <a:ext cx="7972096" cy="5301444"/>
          </a:xfrm>
          <a:custGeom>
            <a:avLst/>
            <a:gdLst/>
            <a:ahLst/>
            <a:cxnLst/>
            <a:rect l="l" t="t" r="r" b="b"/>
            <a:pathLst>
              <a:path w="7972096" h="5301444">
                <a:moveTo>
                  <a:pt x="0" y="0"/>
                </a:moveTo>
                <a:lnTo>
                  <a:pt x="7972096" y="0"/>
                </a:lnTo>
                <a:lnTo>
                  <a:pt x="7972096" y="5301444"/>
                </a:lnTo>
                <a:lnTo>
                  <a:pt x="0" y="53014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7909152">
            <a:off x="14004242" y="7345455"/>
            <a:ext cx="7972096" cy="5301444"/>
          </a:xfrm>
          <a:custGeom>
            <a:avLst/>
            <a:gdLst/>
            <a:ahLst/>
            <a:cxnLst/>
            <a:rect l="l" t="t" r="r" b="b"/>
            <a:pathLst>
              <a:path w="7972096" h="5301444">
                <a:moveTo>
                  <a:pt x="0" y="0"/>
                </a:moveTo>
                <a:lnTo>
                  <a:pt x="7972096" y="0"/>
                </a:lnTo>
                <a:lnTo>
                  <a:pt x="7972096" y="5301444"/>
                </a:lnTo>
                <a:lnTo>
                  <a:pt x="0" y="53014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650911" flipH="1">
            <a:off x="620739" y="414817"/>
            <a:ext cx="1646575" cy="1227765"/>
          </a:xfrm>
          <a:custGeom>
            <a:avLst/>
            <a:gdLst/>
            <a:ahLst/>
            <a:cxnLst/>
            <a:rect l="l" t="t" r="r" b="b"/>
            <a:pathLst>
              <a:path w="1646575" h="1227765">
                <a:moveTo>
                  <a:pt x="1646575" y="0"/>
                </a:moveTo>
                <a:lnTo>
                  <a:pt x="0" y="0"/>
                </a:lnTo>
                <a:lnTo>
                  <a:pt x="0" y="1227766"/>
                </a:lnTo>
                <a:lnTo>
                  <a:pt x="1646575" y="1227766"/>
                </a:lnTo>
                <a:lnTo>
                  <a:pt x="164657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167887" y="8552462"/>
            <a:ext cx="1646575" cy="1227765"/>
          </a:xfrm>
          <a:custGeom>
            <a:avLst/>
            <a:gdLst/>
            <a:ahLst/>
            <a:cxnLst/>
            <a:rect l="l" t="t" r="r" b="b"/>
            <a:pathLst>
              <a:path w="1646575" h="1227765">
                <a:moveTo>
                  <a:pt x="0" y="0"/>
                </a:moveTo>
                <a:lnTo>
                  <a:pt x="1646575" y="0"/>
                </a:lnTo>
                <a:lnTo>
                  <a:pt x="1646575" y="1227765"/>
                </a:lnTo>
                <a:lnTo>
                  <a:pt x="0" y="12277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329036" flipH="1" flipV="1">
            <a:off x="-304195" y="5059072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1648214" y="424415"/>
                </a:moveTo>
                <a:lnTo>
                  <a:pt x="0" y="424415"/>
                </a:lnTo>
                <a:lnTo>
                  <a:pt x="0" y="0"/>
                </a:lnTo>
                <a:lnTo>
                  <a:pt x="1648214" y="0"/>
                </a:lnTo>
                <a:lnTo>
                  <a:pt x="1648214" y="42441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rot="-10329036" flipH="1" flipV="1">
            <a:off x="17280560" y="5704606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1648213" y="424415"/>
                </a:moveTo>
                <a:lnTo>
                  <a:pt x="0" y="424415"/>
                </a:lnTo>
                <a:lnTo>
                  <a:pt x="0" y="0"/>
                </a:lnTo>
                <a:lnTo>
                  <a:pt x="1648213" y="0"/>
                </a:lnTo>
                <a:lnTo>
                  <a:pt x="1648213" y="42441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 flipH="1">
            <a:off x="5853843" y="3027533"/>
            <a:ext cx="10553067" cy="4231934"/>
          </a:xfrm>
          <a:custGeom>
            <a:avLst/>
            <a:gdLst/>
            <a:ahLst/>
            <a:cxnLst/>
            <a:rect l="l" t="t" r="r" b="b"/>
            <a:pathLst>
              <a:path w="10553067" h="4231934">
                <a:moveTo>
                  <a:pt x="10553067" y="0"/>
                </a:moveTo>
                <a:lnTo>
                  <a:pt x="0" y="0"/>
                </a:lnTo>
                <a:lnTo>
                  <a:pt x="0" y="4231934"/>
                </a:lnTo>
                <a:lnTo>
                  <a:pt x="10553067" y="4231934"/>
                </a:lnTo>
                <a:lnTo>
                  <a:pt x="10553067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4036"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 rot="9120633">
            <a:off x="6613262" y="3558793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0" y="0"/>
                </a:moveTo>
                <a:lnTo>
                  <a:pt x="1648214" y="0"/>
                </a:lnTo>
                <a:lnTo>
                  <a:pt x="1648214" y="424415"/>
                </a:lnTo>
                <a:lnTo>
                  <a:pt x="0" y="4244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1881090" y="2302779"/>
            <a:ext cx="7035842" cy="5681442"/>
          </a:xfrm>
          <a:custGeom>
            <a:avLst/>
            <a:gdLst/>
            <a:ahLst/>
            <a:cxnLst/>
            <a:rect l="l" t="t" r="r" b="b"/>
            <a:pathLst>
              <a:path w="7035842" h="5681442">
                <a:moveTo>
                  <a:pt x="0" y="0"/>
                </a:moveTo>
                <a:lnTo>
                  <a:pt x="7035842" y="0"/>
                </a:lnTo>
                <a:lnTo>
                  <a:pt x="7035842" y="5681442"/>
                </a:lnTo>
                <a:lnTo>
                  <a:pt x="0" y="56814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16860234" y="618349"/>
            <a:ext cx="798132" cy="820702"/>
          </a:xfrm>
          <a:custGeom>
            <a:avLst/>
            <a:gdLst/>
            <a:ahLst/>
            <a:cxnLst/>
            <a:rect l="l" t="t" r="r" b="b"/>
            <a:pathLst>
              <a:path w="798132" h="820702">
                <a:moveTo>
                  <a:pt x="0" y="0"/>
                </a:moveTo>
                <a:lnTo>
                  <a:pt x="798132" y="0"/>
                </a:lnTo>
                <a:lnTo>
                  <a:pt x="798132" y="820702"/>
                </a:lnTo>
                <a:lnTo>
                  <a:pt x="0" y="82070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29634" y="8755994"/>
            <a:ext cx="798132" cy="820702"/>
          </a:xfrm>
          <a:custGeom>
            <a:avLst/>
            <a:gdLst/>
            <a:ahLst/>
            <a:cxnLst/>
            <a:rect l="l" t="t" r="r" b="b"/>
            <a:pathLst>
              <a:path w="798132" h="820702">
                <a:moveTo>
                  <a:pt x="0" y="0"/>
                </a:moveTo>
                <a:lnTo>
                  <a:pt x="798132" y="0"/>
                </a:lnTo>
                <a:lnTo>
                  <a:pt x="798132" y="820701"/>
                </a:lnTo>
                <a:lnTo>
                  <a:pt x="0" y="82070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1783696">
            <a:off x="15001515" y="3501118"/>
            <a:ext cx="2332743" cy="1688058"/>
          </a:xfrm>
          <a:custGeom>
            <a:avLst/>
            <a:gdLst/>
            <a:ahLst/>
            <a:cxnLst/>
            <a:rect l="l" t="t" r="r" b="b"/>
            <a:pathLst>
              <a:path w="2332743" h="1688058">
                <a:moveTo>
                  <a:pt x="0" y="0"/>
                </a:moveTo>
                <a:lnTo>
                  <a:pt x="2332743" y="0"/>
                </a:lnTo>
                <a:lnTo>
                  <a:pt x="2332743" y="1688058"/>
                </a:lnTo>
                <a:lnTo>
                  <a:pt x="0" y="16880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TextBox 16"/>
          <p:cNvSpPr txBox="1"/>
          <p:nvPr/>
        </p:nvSpPr>
        <p:spPr>
          <a:xfrm>
            <a:off x="8125704" y="3533742"/>
            <a:ext cx="6955339" cy="3209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600"/>
              </a:lnSpc>
            </a:pPr>
            <a:r>
              <a:rPr lang="en-US" sz="10500" b="1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Waktunya Kuis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516064">
            <a:off x="-1517475" y="8173905"/>
            <a:ext cx="5092350" cy="3386413"/>
          </a:xfrm>
          <a:custGeom>
            <a:avLst/>
            <a:gdLst/>
            <a:ahLst/>
            <a:cxnLst/>
            <a:rect l="l" t="t" r="r" b="b"/>
            <a:pathLst>
              <a:path w="5092350" h="3386413">
                <a:moveTo>
                  <a:pt x="0" y="0"/>
                </a:moveTo>
                <a:lnTo>
                  <a:pt x="5092350" y="0"/>
                </a:lnTo>
                <a:lnTo>
                  <a:pt x="5092350" y="3386413"/>
                </a:lnTo>
                <a:lnTo>
                  <a:pt x="0" y="33864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1990554">
            <a:off x="14685232" y="-1939657"/>
            <a:ext cx="5807960" cy="3862293"/>
          </a:xfrm>
          <a:custGeom>
            <a:avLst/>
            <a:gdLst/>
            <a:ahLst/>
            <a:cxnLst/>
            <a:rect l="l" t="t" r="r" b="b"/>
            <a:pathLst>
              <a:path w="5807960" h="3862293">
                <a:moveTo>
                  <a:pt x="0" y="0"/>
                </a:moveTo>
                <a:lnTo>
                  <a:pt x="5807960" y="0"/>
                </a:lnTo>
                <a:lnTo>
                  <a:pt x="5807960" y="3862293"/>
                </a:lnTo>
                <a:lnTo>
                  <a:pt x="0" y="3862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650911" flipH="1">
            <a:off x="471824" y="8531476"/>
            <a:ext cx="1646575" cy="1227765"/>
          </a:xfrm>
          <a:custGeom>
            <a:avLst/>
            <a:gdLst/>
            <a:ahLst/>
            <a:cxnLst/>
            <a:rect l="l" t="t" r="r" b="b"/>
            <a:pathLst>
              <a:path w="1646575" h="1227765">
                <a:moveTo>
                  <a:pt x="1646575" y="0"/>
                </a:moveTo>
                <a:lnTo>
                  <a:pt x="0" y="0"/>
                </a:lnTo>
                <a:lnTo>
                  <a:pt x="0" y="1227765"/>
                </a:lnTo>
                <a:lnTo>
                  <a:pt x="1646575" y="1227765"/>
                </a:lnTo>
                <a:lnTo>
                  <a:pt x="164657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072221" y="292587"/>
            <a:ext cx="1646575" cy="1227765"/>
          </a:xfrm>
          <a:custGeom>
            <a:avLst/>
            <a:gdLst/>
            <a:ahLst/>
            <a:cxnLst/>
            <a:rect l="l" t="t" r="r" b="b"/>
            <a:pathLst>
              <a:path w="1646575" h="1227765">
                <a:moveTo>
                  <a:pt x="0" y="0"/>
                </a:moveTo>
                <a:lnTo>
                  <a:pt x="1646575" y="0"/>
                </a:lnTo>
                <a:lnTo>
                  <a:pt x="1646575" y="1227765"/>
                </a:lnTo>
                <a:lnTo>
                  <a:pt x="0" y="12277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12546">
            <a:off x="12728523" y="8581681"/>
            <a:ext cx="6687396" cy="6496731"/>
          </a:xfrm>
          <a:custGeom>
            <a:avLst/>
            <a:gdLst/>
            <a:ahLst/>
            <a:cxnLst/>
            <a:rect l="l" t="t" r="r" b="b"/>
            <a:pathLst>
              <a:path w="6687396" h="6496731">
                <a:moveTo>
                  <a:pt x="0" y="0"/>
                </a:moveTo>
                <a:lnTo>
                  <a:pt x="6687396" y="0"/>
                </a:lnTo>
                <a:lnTo>
                  <a:pt x="6687396" y="6496731"/>
                </a:lnTo>
                <a:lnTo>
                  <a:pt x="0" y="64967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941967" y="1438666"/>
            <a:ext cx="497192" cy="511252"/>
          </a:xfrm>
          <a:custGeom>
            <a:avLst/>
            <a:gdLst/>
            <a:ahLst/>
            <a:cxnLst/>
            <a:rect l="l" t="t" r="r" b="b"/>
            <a:pathLst>
              <a:path w="497192" h="511252">
                <a:moveTo>
                  <a:pt x="0" y="0"/>
                </a:moveTo>
                <a:lnTo>
                  <a:pt x="497192" y="0"/>
                </a:lnTo>
                <a:lnTo>
                  <a:pt x="497192" y="511252"/>
                </a:lnTo>
                <a:lnTo>
                  <a:pt x="0" y="5112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112546" flipH="1">
            <a:off x="-1495741" y="-4483075"/>
            <a:ext cx="6687396" cy="6496731"/>
          </a:xfrm>
          <a:custGeom>
            <a:avLst/>
            <a:gdLst/>
            <a:ahLst/>
            <a:cxnLst/>
            <a:rect l="l" t="t" r="r" b="b"/>
            <a:pathLst>
              <a:path w="6687396" h="6496731">
                <a:moveTo>
                  <a:pt x="6687396" y="0"/>
                </a:moveTo>
                <a:lnTo>
                  <a:pt x="0" y="0"/>
                </a:lnTo>
                <a:lnTo>
                  <a:pt x="0" y="6496731"/>
                </a:lnTo>
                <a:lnTo>
                  <a:pt x="6687396" y="6496731"/>
                </a:lnTo>
                <a:lnTo>
                  <a:pt x="668739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78037" y="5830765"/>
            <a:ext cx="531980" cy="547023"/>
          </a:xfrm>
          <a:custGeom>
            <a:avLst/>
            <a:gdLst/>
            <a:ahLst/>
            <a:cxnLst/>
            <a:rect l="l" t="t" r="r" b="b"/>
            <a:pathLst>
              <a:path w="531980" h="547023">
                <a:moveTo>
                  <a:pt x="0" y="0"/>
                </a:moveTo>
                <a:lnTo>
                  <a:pt x="531979" y="0"/>
                </a:lnTo>
                <a:lnTo>
                  <a:pt x="531979" y="547023"/>
                </a:lnTo>
                <a:lnTo>
                  <a:pt x="0" y="5470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6444494">
            <a:off x="322378" y="2759004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0" y="0"/>
                </a:moveTo>
                <a:lnTo>
                  <a:pt x="1648214" y="0"/>
                </a:lnTo>
                <a:lnTo>
                  <a:pt x="1648214" y="424415"/>
                </a:lnTo>
                <a:lnTo>
                  <a:pt x="0" y="4244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 rot="6150196" flipH="1" flipV="1">
            <a:off x="16435193" y="6576401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1648214" y="424415"/>
                </a:moveTo>
                <a:lnTo>
                  <a:pt x="0" y="424415"/>
                </a:lnTo>
                <a:lnTo>
                  <a:pt x="0" y="0"/>
                </a:lnTo>
                <a:lnTo>
                  <a:pt x="1648214" y="0"/>
                </a:lnTo>
                <a:lnTo>
                  <a:pt x="1648214" y="424415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TextBox 12"/>
          <p:cNvSpPr txBox="1"/>
          <p:nvPr/>
        </p:nvSpPr>
        <p:spPr>
          <a:xfrm>
            <a:off x="3097437" y="3697234"/>
            <a:ext cx="12093126" cy="1431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Organ yang berfungsi sebagai pompa utama dalam sistem peredaran darah manusia adalah?</a:t>
            </a:r>
          </a:p>
        </p:txBody>
      </p:sp>
      <p:sp>
        <p:nvSpPr>
          <p:cNvPr id="13" name="Freeform 13"/>
          <p:cNvSpPr/>
          <p:nvPr/>
        </p:nvSpPr>
        <p:spPr>
          <a:xfrm>
            <a:off x="3634066" y="5541941"/>
            <a:ext cx="5164499" cy="852142"/>
          </a:xfrm>
          <a:custGeom>
            <a:avLst/>
            <a:gdLst/>
            <a:ahLst/>
            <a:cxnLst/>
            <a:rect l="l" t="t" r="r" b="b"/>
            <a:pathLst>
              <a:path w="5164499" h="852142">
                <a:moveTo>
                  <a:pt x="0" y="0"/>
                </a:moveTo>
                <a:lnTo>
                  <a:pt x="5164499" y="0"/>
                </a:lnTo>
                <a:lnTo>
                  <a:pt x="5164499" y="852142"/>
                </a:lnTo>
                <a:lnTo>
                  <a:pt x="0" y="8521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>
            <a:off x="9489435" y="5541941"/>
            <a:ext cx="5164499" cy="852142"/>
          </a:xfrm>
          <a:custGeom>
            <a:avLst/>
            <a:gdLst/>
            <a:ahLst/>
            <a:cxnLst/>
            <a:rect l="l" t="t" r="r" b="b"/>
            <a:pathLst>
              <a:path w="5164499" h="852142">
                <a:moveTo>
                  <a:pt x="0" y="0"/>
                </a:moveTo>
                <a:lnTo>
                  <a:pt x="5164499" y="0"/>
                </a:lnTo>
                <a:lnTo>
                  <a:pt x="5164499" y="852142"/>
                </a:lnTo>
                <a:lnTo>
                  <a:pt x="0" y="8521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>
            <a:off x="3634066" y="6993182"/>
            <a:ext cx="5164499" cy="852142"/>
          </a:xfrm>
          <a:custGeom>
            <a:avLst/>
            <a:gdLst/>
            <a:ahLst/>
            <a:cxnLst/>
            <a:rect l="l" t="t" r="r" b="b"/>
            <a:pathLst>
              <a:path w="5164499" h="852142">
                <a:moveTo>
                  <a:pt x="0" y="0"/>
                </a:moveTo>
                <a:lnTo>
                  <a:pt x="5164499" y="0"/>
                </a:lnTo>
                <a:lnTo>
                  <a:pt x="5164499" y="852142"/>
                </a:lnTo>
                <a:lnTo>
                  <a:pt x="0" y="8521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>
            <a:off x="9489435" y="6993182"/>
            <a:ext cx="5164499" cy="852142"/>
          </a:xfrm>
          <a:custGeom>
            <a:avLst/>
            <a:gdLst/>
            <a:ahLst/>
            <a:cxnLst/>
            <a:rect l="l" t="t" r="r" b="b"/>
            <a:pathLst>
              <a:path w="5164499" h="852142">
                <a:moveTo>
                  <a:pt x="0" y="0"/>
                </a:moveTo>
                <a:lnTo>
                  <a:pt x="5164499" y="0"/>
                </a:lnTo>
                <a:lnTo>
                  <a:pt x="5164499" y="852142"/>
                </a:lnTo>
                <a:lnTo>
                  <a:pt x="0" y="8521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7" name="TextBox 17"/>
          <p:cNvSpPr txBox="1"/>
          <p:nvPr/>
        </p:nvSpPr>
        <p:spPr>
          <a:xfrm>
            <a:off x="3735896" y="5645104"/>
            <a:ext cx="588275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91264" y="5645104"/>
            <a:ext cx="588275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35896" y="7096345"/>
            <a:ext cx="588275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B.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91264" y="7096345"/>
            <a:ext cx="588275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866161" y="5645104"/>
            <a:ext cx="3471513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Paru-paru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721530" y="5645104"/>
            <a:ext cx="3471513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Hati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866161" y="7096345"/>
            <a:ext cx="3471513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Jantung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721530" y="7096345"/>
            <a:ext cx="3471513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Ginjal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87613" y="2375001"/>
            <a:ext cx="6712773" cy="1033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19"/>
              </a:lnSpc>
            </a:pPr>
            <a:r>
              <a:rPr lang="en-US" sz="6399" b="1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PERTANYAAN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12546">
            <a:off x="-2018588" y="8581681"/>
            <a:ext cx="6687396" cy="6496731"/>
          </a:xfrm>
          <a:custGeom>
            <a:avLst/>
            <a:gdLst/>
            <a:ahLst/>
            <a:cxnLst/>
            <a:rect l="l" t="t" r="r" b="b"/>
            <a:pathLst>
              <a:path w="6687396" h="6496731">
                <a:moveTo>
                  <a:pt x="0" y="0"/>
                </a:moveTo>
                <a:lnTo>
                  <a:pt x="6687395" y="0"/>
                </a:lnTo>
                <a:lnTo>
                  <a:pt x="6687395" y="6496731"/>
                </a:lnTo>
                <a:lnTo>
                  <a:pt x="0" y="6496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12546" flipH="1">
            <a:off x="12561822" y="-4483075"/>
            <a:ext cx="6687396" cy="6496731"/>
          </a:xfrm>
          <a:custGeom>
            <a:avLst/>
            <a:gdLst/>
            <a:ahLst/>
            <a:cxnLst/>
            <a:rect l="l" t="t" r="r" b="b"/>
            <a:pathLst>
              <a:path w="6687396" h="6496731">
                <a:moveTo>
                  <a:pt x="6687396" y="0"/>
                </a:moveTo>
                <a:lnTo>
                  <a:pt x="0" y="0"/>
                </a:lnTo>
                <a:lnTo>
                  <a:pt x="0" y="6496731"/>
                </a:lnTo>
                <a:lnTo>
                  <a:pt x="6687396" y="6496731"/>
                </a:lnTo>
                <a:lnTo>
                  <a:pt x="66873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 flipH="1">
            <a:off x="-1438802" y="-2381661"/>
            <a:ext cx="5233720" cy="5048661"/>
          </a:xfrm>
          <a:custGeom>
            <a:avLst/>
            <a:gdLst/>
            <a:ahLst/>
            <a:cxnLst/>
            <a:rect l="l" t="t" r="r" b="b"/>
            <a:pathLst>
              <a:path w="5233720" h="5048661">
                <a:moveTo>
                  <a:pt x="5233721" y="0"/>
                </a:moveTo>
                <a:lnTo>
                  <a:pt x="0" y="0"/>
                </a:lnTo>
                <a:lnTo>
                  <a:pt x="0" y="5048661"/>
                </a:lnTo>
                <a:lnTo>
                  <a:pt x="5233721" y="5048661"/>
                </a:lnTo>
                <a:lnTo>
                  <a:pt x="523372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909140" y="8117192"/>
            <a:ext cx="5233720" cy="5048661"/>
          </a:xfrm>
          <a:custGeom>
            <a:avLst/>
            <a:gdLst/>
            <a:ahLst/>
            <a:cxnLst/>
            <a:rect l="l" t="t" r="r" b="b"/>
            <a:pathLst>
              <a:path w="5233720" h="5048661">
                <a:moveTo>
                  <a:pt x="5233720" y="0"/>
                </a:moveTo>
                <a:lnTo>
                  <a:pt x="0" y="0"/>
                </a:lnTo>
                <a:lnTo>
                  <a:pt x="0" y="5048660"/>
                </a:lnTo>
                <a:lnTo>
                  <a:pt x="5233720" y="5048660"/>
                </a:lnTo>
                <a:lnTo>
                  <a:pt x="523372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772448" flipH="1">
            <a:off x="158738" y="611742"/>
            <a:ext cx="2332743" cy="1688058"/>
          </a:xfrm>
          <a:custGeom>
            <a:avLst/>
            <a:gdLst/>
            <a:ahLst/>
            <a:cxnLst/>
            <a:rect l="l" t="t" r="r" b="b"/>
            <a:pathLst>
              <a:path w="2332743" h="1688058">
                <a:moveTo>
                  <a:pt x="2332743" y="0"/>
                </a:moveTo>
                <a:lnTo>
                  <a:pt x="0" y="0"/>
                </a:lnTo>
                <a:lnTo>
                  <a:pt x="0" y="1688058"/>
                </a:lnTo>
                <a:lnTo>
                  <a:pt x="2332743" y="1688058"/>
                </a:lnTo>
                <a:lnTo>
                  <a:pt x="23327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6398405" y="8831229"/>
            <a:ext cx="1463508" cy="1091262"/>
          </a:xfrm>
          <a:custGeom>
            <a:avLst/>
            <a:gdLst/>
            <a:ahLst/>
            <a:cxnLst/>
            <a:rect l="l" t="t" r="r" b="b"/>
            <a:pathLst>
              <a:path w="1463508" h="1091262">
                <a:moveTo>
                  <a:pt x="0" y="0"/>
                </a:moveTo>
                <a:lnTo>
                  <a:pt x="1463509" y="0"/>
                </a:lnTo>
                <a:lnTo>
                  <a:pt x="1463509" y="1091262"/>
                </a:lnTo>
                <a:lnTo>
                  <a:pt x="0" y="10912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2048847">
            <a:off x="501003" y="8407879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0" y="0"/>
                </a:moveTo>
                <a:lnTo>
                  <a:pt x="1648213" y="0"/>
                </a:lnTo>
                <a:lnTo>
                  <a:pt x="1648213" y="424415"/>
                </a:lnTo>
                <a:lnTo>
                  <a:pt x="0" y="4244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rot="2326175" flipH="1" flipV="1">
            <a:off x="16262393" y="1243564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1648213" y="424415"/>
                </a:moveTo>
                <a:lnTo>
                  <a:pt x="0" y="424415"/>
                </a:lnTo>
                <a:lnTo>
                  <a:pt x="0" y="0"/>
                </a:lnTo>
                <a:lnTo>
                  <a:pt x="1648213" y="0"/>
                </a:lnTo>
                <a:lnTo>
                  <a:pt x="1648213" y="424415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3097437" y="3697234"/>
            <a:ext cx="12093126" cy="1431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Pembuluh darah yang membawa darah dari jantung ke seluruh tubuh disebut</a:t>
            </a:r>
          </a:p>
        </p:txBody>
      </p:sp>
      <p:sp>
        <p:nvSpPr>
          <p:cNvPr id="11" name="Freeform 11"/>
          <p:cNvSpPr/>
          <p:nvPr/>
        </p:nvSpPr>
        <p:spPr>
          <a:xfrm>
            <a:off x="3634066" y="5541941"/>
            <a:ext cx="5164499" cy="852142"/>
          </a:xfrm>
          <a:custGeom>
            <a:avLst/>
            <a:gdLst/>
            <a:ahLst/>
            <a:cxnLst/>
            <a:rect l="l" t="t" r="r" b="b"/>
            <a:pathLst>
              <a:path w="5164499" h="852142">
                <a:moveTo>
                  <a:pt x="0" y="0"/>
                </a:moveTo>
                <a:lnTo>
                  <a:pt x="5164499" y="0"/>
                </a:lnTo>
                <a:lnTo>
                  <a:pt x="5164499" y="852142"/>
                </a:lnTo>
                <a:lnTo>
                  <a:pt x="0" y="8521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9489435" y="5541941"/>
            <a:ext cx="5164499" cy="852142"/>
          </a:xfrm>
          <a:custGeom>
            <a:avLst/>
            <a:gdLst/>
            <a:ahLst/>
            <a:cxnLst/>
            <a:rect l="l" t="t" r="r" b="b"/>
            <a:pathLst>
              <a:path w="5164499" h="852142">
                <a:moveTo>
                  <a:pt x="0" y="0"/>
                </a:moveTo>
                <a:lnTo>
                  <a:pt x="5164499" y="0"/>
                </a:lnTo>
                <a:lnTo>
                  <a:pt x="5164499" y="852142"/>
                </a:lnTo>
                <a:lnTo>
                  <a:pt x="0" y="8521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3634066" y="6993182"/>
            <a:ext cx="5164499" cy="852142"/>
          </a:xfrm>
          <a:custGeom>
            <a:avLst/>
            <a:gdLst/>
            <a:ahLst/>
            <a:cxnLst/>
            <a:rect l="l" t="t" r="r" b="b"/>
            <a:pathLst>
              <a:path w="5164499" h="852142">
                <a:moveTo>
                  <a:pt x="0" y="0"/>
                </a:moveTo>
                <a:lnTo>
                  <a:pt x="5164499" y="0"/>
                </a:lnTo>
                <a:lnTo>
                  <a:pt x="5164499" y="852142"/>
                </a:lnTo>
                <a:lnTo>
                  <a:pt x="0" y="8521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>
            <a:off x="9489435" y="6993182"/>
            <a:ext cx="5164499" cy="852142"/>
          </a:xfrm>
          <a:custGeom>
            <a:avLst/>
            <a:gdLst/>
            <a:ahLst/>
            <a:cxnLst/>
            <a:rect l="l" t="t" r="r" b="b"/>
            <a:pathLst>
              <a:path w="5164499" h="852142">
                <a:moveTo>
                  <a:pt x="0" y="0"/>
                </a:moveTo>
                <a:lnTo>
                  <a:pt x="5164499" y="0"/>
                </a:lnTo>
                <a:lnTo>
                  <a:pt x="5164499" y="852142"/>
                </a:lnTo>
                <a:lnTo>
                  <a:pt x="0" y="8521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TextBox 15"/>
          <p:cNvSpPr txBox="1"/>
          <p:nvPr/>
        </p:nvSpPr>
        <p:spPr>
          <a:xfrm>
            <a:off x="3735896" y="5645104"/>
            <a:ext cx="588275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91264" y="5645104"/>
            <a:ext cx="588275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35896" y="7096345"/>
            <a:ext cx="588275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B.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91264" y="7096345"/>
            <a:ext cx="588275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66161" y="5645104"/>
            <a:ext cx="2204760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Kapiler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721530" y="5645104"/>
            <a:ext cx="2419869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Arteri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866161" y="7096345"/>
            <a:ext cx="2204760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Vena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721530" y="7096345"/>
            <a:ext cx="2419869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Aorta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87613" y="2375001"/>
            <a:ext cx="6712773" cy="1033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19"/>
              </a:lnSpc>
            </a:pPr>
            <a:r>
              <a:rPr lang="en-US" sz="6399" b="1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PERTANYAAN 2</a:t>
            </a:r>
          </a:p>
        </p:txBody>
      </p:sp>
      <p:sp>
        <p:nvSpPr>
          <p:cNvPr id="24" name="Freeform 24"/>
          <p:cNvSpPr/>
          <p:nvPr/>
        </p:nvSpPr>
        <p:spPr>
          <a:xfrm>
            <a:off x="1986848" y="2924911"/>
            <a:ext cx="531980" cy="547023"/>
          </a:xfrm>
          <a:custGeom>
            <a:avLst/>
            <a:gdLst/>
            <a:ahLst/>
            <a:cxnLst/>
            <a:rect l="l" t="t" r="r" b="b"/>
            <a:pathLst>
              <a:path w="531980" h="547023">
                <a:moveTo>
                  <a:pt x="0" y="0"/>
                </a:moveTo>
                <a:lnTo>
                  <a:pt x="531980" y="0"/>
                </a:lnTo>
                <a:lnTo>
                  <a:pt x="531980" y="547023"/>
                </a:lnTo>
                <a:lnTo>
                  <a:pt x="0" y="54702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5806459" y="7429753"/>
            <a:ext cx="531980" cy="547023"/>
          </a:xfrm>
          <a:custGeom>
            <a:avLst/>
            <a:gdLst/>
            <a:ahLst/>
            <a:cxnLst/>
            <a:rect l="l" t="t" r="r" b="b"/>
            <a:pathLst>
              <a:path w="531980" h="547023">
                <a:moveTo>
                  <a:pt x="0" y="0"/>
                </a:moveTo>
                <a:lnTo>
                  <a:pt x="531979" y="0"/>
                </a:lnTo>
                <a:lnTo>
                  <a:pt x="531979" y="547023"/>
                </a:lnTo>
                <a:lnTo>
                  <a:pt x="0" y="54702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516064">
            <a:off x="-1517475" y="8173905"/>
            <a:ext cx="5092350" cy="3386413"/>
          </a:xfrm>
          <a:custGeom>
            <a:avLst/>
            <a:gdLst/>
            <a:ahLst/>
            <a:cxnLst/>
            <a:rect l="l" t="t" r="r" b="b"/>
            <a:pathLst>
              <a:path w="5092350" h="3386413">
                <a:moveTo>
                  <a:pt x="0" y="0"/>
                </a:moveTo>
                <a:lnTo>
                  <a:pt x="5092350" y="0"/>
                </a:lnTo>
                <a:lnTo>
                  <a:pt x="5092350" y="3386413"/>
                </a:lnTo>
                <a:lnTo>
                  <a:pt x="0" y="33864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1990554">
            <a:off x="14685232" y="-1939657"/>
            <a:ext cx="5807960" cy="3862293"/>
          </a:xfrm>
          <a:custGeom>
            <a:avLst/>
            <a:gdLst/>
            <a:ahLst/>
            <a:cxnLst/>
            <a:rect l="l" t="t" r="r" b="b"/>
            <a:pathLst>
              <a:path w="5807960" h="3862293">
                <a:moveTo>
                  <a:pt x="0" y="0"/>
                </a:moveTo>
                <a:lnTo>
                  <a:pt x="5807960" y="0"/>
                </a:lnTo>
                <a:lnTo>
                  <a:pt x="5807960" y="3862293"/>
                </a:lnTo>
                <a:lnTo>
                  <a:pt x="0" y="3862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650911" flipH="1">
            <a:off x="471824" y="8531476"/>
            <a:ext cx="1646575" cy="1227765"/>
          </a:xfrm>
          <a:custGeom>
            <a:avLst/>
            <a:gdLst/>
            <a:ahLst/>
            <a:cxnLst/>
            <a:rect l="l" t="t" r="r" b="b"/>
            <a:pathLst>
              <a:path w="1646575" h="1227765">
                <a:moveTo>
                  <a:pt x="1646575" y="0"/>
                </a:moveTo>
                <a:lnTo>
                  <a:pt x="0" y="0"/>
                </a:lnTo>
                <a:lnTo>
                  <a:pt x="0" y="1227765"/>
                </a:lnTo>
                <a:lnTo>
                  <a:pt x="1646575" y="1227765"/>
                </a:lnTo>
                <a:lnTo>
                  <a:pt x="164657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072221" y="292587"/>
            <a:ext cx="1646575" cy="1227765"/>
          </a:xfrm>
          <a:custGeom>
            <a:avLst/>
            <a:gdLst/>
            <a:ahLst/>
            <a:cxnLst/>
            <a:rect l="l" t="t" r="r" b="b"/>
            <a:pathLst>
              <a:path w="1646575" h="1227765">
                <a:moveTo>
                  <a:pt x="0" y="0"/>
                </a:moveTo>
                <a:lnTo>
                  <a:pt x="1646575" y="0"/>
                </a:lnTo>
                <a:lnTo>
                  <a:pt x="1646575" y="1227765"/>
                </a:lnTo>
                <a:lnTo>
                  <a:pt x="0" y="12277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12546">
            <a:off x="12728523" y="8581681"/>
            <a:ext cx="6687396" cy="6496731"/>
          </a:xfrm>
          <a:custGeom>
            <a:avLst/>
            <a:gdLst/>
            <a:ahLst/>
            <a:cxnLst/>
            <a:rect l="l" t="t" r="r" b="b"/>
            <a:pathLst>
              <a:path w="6687396" h="6496731">
                <a:moveTo>
                  <a:pt x="0" y="0"/>
                </a:moveTo>
                <a:lnTo>
                  <a:pt x="6687396" y="0"/>
                </a:lnTo>
                <a:lnTo>
                  <a:pt x="6687396" y="6496731"/>
                </a:lnTo>
                <a:lnTo>
                  <a:pt x="0" y="64967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941967" y="1438666"/>
            <a:ext cx="497192" cy="511252"/>
          </a:xfrm>
          <a:custGeom>
            <a:avLst/>
            <a:gdLst/>
            <a:ahLst/>
            <a:cxnLst/>
            <a:rect l="l" t="t" r="r" b="b"/>
            <a:pathLst>
              <a:path w="497192" h="511252">
                <a:moveTo>
                  <a:pt x="0" y="0"/>
                </a:moveTo>
                <a:lnTo>
                  <a:pt x="497192" y="0"/>
                </a:lnTo>
                <a:lnTo>
                  <a:pt x="497192" y="511252"/>
                </a:lnTo>
                <a:lnTo>
                  <a:pt x="0" y="5112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112546" flipH="1">
            <a:off x="-1495741" y="-4483075"/>
            <a:ext cx="6687396" cy="6496731"/>
          </a:xfrm>
          <a:custGeom>
            <a:avLst/>
            <a:gdLst/>
            <a:ahLst/>
            <a:cxnLst/>
            <a:rect l="l" t="t" r="r" b="b"/>
            <a:pathLst>
              <a:path w="6687396" h="6496731">
                <a:moveTo>
                  <a:pt x="6687396" y="0"/>
                </a:moveTo>
                <a:lnTo>
                  <a:pt x="0" y="0"/>
                </a:lnTo>
                <a:lnTo>
                  <a:pt x="0" y="6496731"/>
                </a:lnTo>
                <a:lnTo>
                  <a:pt x="6687396" y="6496731"/>
                </a:lnTo>
                <a:lnTo>
                  <a:pt x="668739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78037" y="5830765"/>
            <a:ext cx="531980" cy="547023"/>
          </a:xfrm>
          <a:custGeom>
            <a:avLst/>
            <a:gdLst/>
            <a:ahLst/>
            <a:cxnLst/>
            <a:rect l="l" t="t" r="r" b="b"/>
            <a:pathLst>
              <a:path w="531980" h="547023">
                <a:moveTo>
                  <a:pt x="0" y="0"/>
                </a:moveTo>
                <a:lnTo>
                  <a:pt x="531979" y="0"/>
                </a:lnTo>
                <a:lnTo>
                  <a:pt x="531979" y="547023"/>
                </a:lnTo>
                <a:lnTo>
                  <a:pt x="0" y="5470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6444494">
            <a:off x="322378" y="2759004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0" y="0"/>
                </a:moveTo>
                <a:lnTo>
                  <a:pt x="1648214" y="0"/>
                </a:lnTo>
                <a:lnTo>
                  <a:pt x="1648214" y="424415"/>
                </a:lnTo>
                <a:lnTo>
                  <a:pt x="0" y="4244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 rot="6150196" flipH="1" flipV="1">
            <a:off x="16435193" y="6576401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1648214" y="424415"/>
                </a:moveTo>
                <a:lnTo>
                  <a:pt x="0" y="424415"/>
                </a:lnTo>
                <a:lnTo>
                  <a:pt x="0" y="0"/>
                </a:lnTo>
                <a:lnTo>
                  <a:pt x="1648214" y="0"/>
                </a:lnTo>
                <a:lnTo>
                  <a:pt x="1648214" y="424415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TextBox 12"/>
          <p:cNvSpPr txBox="1"/>
          <p:nvPr/>
        </p:nvSpPr>
        <p:spPr>
          <a:xfrm>
            <a:off x="3097437" y="3697234"/>
            <a:ext cx="12093126" cy="1431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Komponen darah yang bertugas mengangkut oksigen dari paru-paru ke seluruh tubuh adalah?</a:t>
            </a:r>
          </a:p>
        </p:txBody>
      </p:sp>
      <p:sp>
        <p:nvSpPr>
          <p:cNvPr id="13" name="Freeform 13"/>
          <p:cNvSpPr/>
          <p:nvPr/>
        </p:nvSpPr>
        <p:spPr>
          <a:xfrm>
            <a:off x="3634066" y="5541941"/>
            <a:ext cx="5164499" cy="852142"/>
          </a:xfrm>
          <a:custGeom>
            <a:avLst/>
            <a:gdLst/>
            <a:ahLst/>
            <a:cxnLst/>
            <a:rect l="l" t="t" r="r" b="b"/>
            <a:pathLst>
              <a:path w="5164499" h="852142">
                <a:moveTo>
                  <a:pt x="0" y="0"/>
                </a:moveTo>
                <a:lnTo>
                  <a:pt x="5164499" y="0"/>
                </a:lnTo>
                <a:lnTo>
                  <a:pt x="5164499" y="852142"/>
                </a:lnTo>
                <a:lnTo>
                  <a:pt x="0" y="8521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>
            <a:off x="9489435" y="5541941"/>
            <a:ext cx="5164499" cy="852142"/>
          </a:xfrm>
          <a:custGeom>
            <a:avLst/>
            <a:gdLst/>
            <a:ahLst/>
            <a:cxnLst/>
            <a:rect l="l" t="t" r="r" b="b"/>
            <a:pathLst>
              <a:path w="5164499" h="852142">
                <a:moveTo>
                  <a:pt x="0" y="0"/>
                </a:moveTo>
                <a:lnTo>
                  <a:pt x="5164499" y="0"/>
                </a:lnTo>
                <a:lnTo>
                  <a:pt x="5164499" y="852142"/>
                </a:lnTo>
                <a:lnTo>
                  <a:pt x="0" y="8521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>
            <a:off x="3634066" y="6993182"/>
            <a:ext cx="5164499" cy="852142"/>
          </a:xfrm>
          <a:custGeom>
            <a:avLst/>
            <a:gdLst/>
            <a:ahLst/>
            <a:cxnLst/>
            <a:rect l="l" t="t" r="r" b="b"/>
            <a:pathLst>
              <a:path w="5164499" h="852142">
                <a:moveTo>
                  <a:pt x="0" y="0"/>
                </a:moveTo>
                <a:lnTo>
                  <a:pt x="5164499" y="0"/>
                </a:lnTo>
                <a:lnTo>
                  <a:pt x="5164499" y="852142"/>
                </a:lnTo>
                <a:lnTo>
                  <a:pt x="0" y="8521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>
            <a:off x="9489435" y="6993182"/>
            <a:ext cx="5164499" cy="852142"/>
          </a:xfrm>
          <a:custGeom>
            <a:avLst/>
            <a:gdLst/>
            <a:ahLst/>
            <a:cxnLst/>
            <a:rect l="l" t="t" r="r" b="b"/>
            <a:pathLst>
              <a:path w="5164499" h="852142">
                <a:moveTo>
                  <a:pt x="0" y="0"/>
                </a:moveTo>
                <a:lnTo>
                  <a:pt x="5164499" y="0"/>
                </a:lnTo>
                <a:lnTo>
                  <a:pt x="5164499" y="852142"/>
                </a:lnTo>
                <a:lnTo>
                  <a:pt x="0" y="8521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7" name="TextBox 17"/>
          <p:cNvSpPr txBox="1"/>
          <p:nvPr/>
        </p:nvSpPr>
        <p:spPr>
          <a:xfrm>
            <a:off x="3735896" y="5645104"/>
            <a:ext cx="588275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91264" y="5645104"/>
            <a:ext cx="588275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35896" y="7096345"/>
            <a:ext cx="588275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B.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91264" y="7096345"/>
            <a:ext cx="588275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866161" y="5645104"/>
            <a:ext cx="3471513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Sel darah putih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721530" y="5645104"/>
            <a:ext cx="3471513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Trombosit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866161" y="7096345"/>
            <a:ext cx="3471513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Plasma darah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721530" y="7096345"/>
            <a:ext cx="3471513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Sel darah merah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87613" y="2375001"/>
            <a:ext cx="6712773" cy="1033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19"/>
              </a:lnSpc>
            </a:pPr>
            <a:r>
              <a:rPr lang="en-US" sz="6399" b="1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PERTANYAAN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12546">
            <a:off x="-2018588" y="8581681"/>
            <a:ext cx="6687396" cy="6496731"/>
          </a:xfrm>
          <a:custGeom>
            <a:avLst/>
            <a:gdLst/>
            <a:ahLst/>
            <a:cxnLst/>
            <a:rect l="l" t="t" r="r" b="b"/>
            <a:pathLst>
              <a:path w="6687396" h="6496731">
                <a:moveTo>
                  <a:pt x="0" y="0"/>
                </a:moveTo>
                <a:lnTo>
                  <a:pt x="6687395" y="0"/>
                </a:lnTo>
                <a:lnTo>
                  <a:pt x="6687395" y="6496731"/>
                </a:lnTo>
                <a:lnTo>
                  <a:pt x="0" y="6496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12546" flipH="1">
            <a:off x="12561822" y="-4483075"/>
            <a:ext cx="6687396" cy="6496731"/>
          </a:xfrm>
          <a:custGeom>
            <a:avLst/>
            <a:gdLst/>
            <a:ahLst/>
            <a:cxnLst/>
            <a:rect l="l" t="t" r="r" b="b"/>
            <a:pathLst>
              <a:path w="6687396" h="6496731">
                <a:moveTo>
                  <a:pt x="6687396" y="0"/>
                </a:moveTo>
                <a:lnTo>
                  <a:pt x="0" y="0"/>
                </a:lnTo>
                <a:lnTo>
                  <a:pt x="0" y="6496731"/>
                </a:lnTo>
                <a:lnTo>
                  <a:pt x="6687396" y="6496731"/>
                </a:lnTo>
                <a:lnTo>
                  <a:pt x="66873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 flipH="1">
            <a:off x="-1438802" y="-2381661"/>
            <a:ext cx="5233720" cy="5048661"/>
          </a:xfrm>
          <a:custGeom>
            <a:avLst/>
            <a:gdLst/>
            <a:ahLst/>
            <a:cxnLst/>
            <a:rect l="l" t="t" r="r" b="b"/>
            <a:pathLst>
              <a:path w="5233720" h="5048661">
                <a:moveTo>
                  <a:pt x="5233721" y="0"/>
                </a:moveTo>
                <a:lnTo>
                  <a:pt x="0" y="0"/>
                </a:lnTo>
                <a:lnTo>
                  <a:pt x="0" y="5048661"/>
                </a:lnTo>
                <a:lnTo>
                  <a:pt x="5233721" y="5048661"/>
                </a:lnTo>
                <a:lnTo>
                  <a:pt x="523372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909140" y="8117192"/>
            <a:ext cx="5233720" cy="5048661"/>
          </a:xfrm>
          <a:custGeom>
            <a:avLst/>
            <a:gdLst/>
            <a:ahLst/>
            <a:cxnLst/>
            <a:rect l="l" t="t" r="r" b="b"/>
            <a:pathLst>
              <a:path w="5233720" h="5048661">
                <a:moveTo>
                  <a:pt x="5233720" y="0"/>
                </a:moveTo>
                <a:lnTo>
                  <a:pt x="0" y="0"/>
                </a:lnTo>
                <a:lnTo>
                  <a:pt x="0" y="5048660"/>
                </a:lnTo>
                <a:lnTo>
                  <a:pt x="5233720" y="5048660"/>
                </a:lnTo>
                <a:lnTo>
                  <a:pt x="523372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772448" flipH="1">
            <a:off x="158738" y="611742"/>
            <a:ext cx="2332743" cy="1688058"/>
          </a:xfrm>
          <a:custGeom>
            <a:avLst/>
            <a:gdLst/>
            <a:ahLst/>
            <a:cxnLst/>
            <a:rect l="l" t="t" r="r" b="b"/>
            <a:pathLst>
              <a:path w="2332743" h="1688058">
                <a:moveTo>
                  <a:pt x="2332743" y="0"/>
                </a:moveTo>
                <a:lnTo>
                  <a:pt x="0" y="0"/>
                </a:lnTo>
                <a:lnTo>
                  <a:pt x="0" y="1688058"/>
                </a:lnTo>
                <a:lnTo>
                  <a:pt x="2332743" y="1688058"/>
                </a:lnTo>
                <a:lnTo>
                  <a:pt x="23327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6398405" y="8831229"/>
            <a:ext cx="1463508" cy="1091262"/>
          </a:xfrm>
          <a:custGeom>
            <a:avLst/>
            <a:gdLst/>
            <a:ahLst/>
            <a:cxnLst/>
            <a:rect l="l" t="t" r="r" b="b"/>
            <a:pathLst>
              <a:path w="1463508" h="1091262">
                <a:moveTo>
                  <a:pt x="0" y="0"/>
                </a:moveTo>
                <a:lnTo>
                  <a:pt x="1463509" y="0"/>
                </a:lnTo>
                <a:lnTo>
                  <a:pt x="1463509" y="1091262"/>
                </a:lnTo>
                <a:lnTo>
                  <a:pt x="0" y="10912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2048847">
            <a:off x="501003" y="8407879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0" y="0"/>
                </a:moveTo>
                <a:lnTo>
                  <a:pt x="1648213" y="0"/>
                </a:lnTo>
                <a:lnTo>
                  <a:pt x="1648213" y="424415"/>
                </a:lnTo>
                <a:lnTo>
                  <a:pt x="0" y="4244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rot="2326175" flipH="1" flipV="1">
            <a:off x="16262393" y="1243564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1648213" y="424415"/>
                </a:moveTo>
                <a:lnTo>
                  <a:pt x="0" y="424415"/>
                </a:lnTo>
                <a:lnTo>
                  <a:pt x="0" y="0"/>
                </a:lnTo>
                <a:lnTo>
                  <a:pt x="1648213" y="0"/>
                </a:lnTo>
                <a:lnTo>
                  <a:pt x="1648213" y="424415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3097437" y="3697234"/>
            <a:ext cx="12093126" cy="1431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Proses pertukaran oksigen dan karbon dioksida terjadi pada?</a:t>
            </a:r>
          </a:p>
        </p:txBody>
      </p:sp>
      <p:sp>
        <p:nvSpPr>
          <p:cNvPr id="11" name="Freeform 11"/>
          <p:cNvSpPr/>
          <p:nvPr/>
        </p:nvSpPr>
        <p:spPr>
          <a:xfrm>
            <a:off x="3634066" y="5541941"/>
            <a:ext cx="5164499" cy="852142"/>
          </a:xfrm>
          <a:custGeom>
            <a:avLst/>
            <a:gdLst/>
            <a:ahLst/>
            <a:cxnLst/>
            <a:rect l="l" t="t" r="r" b="b"/>
            <a:pathLst>
              <a:path w="5164499" h="852142">
                <a:moveTo>
                  <a:pt x="0" y="0"/>
                </a:moveTo>
                <a:lnTo>
                  <a:pt x="5164499" y="0"/>
                </a:lnTo>
                <a:lnTo>
                  <a:pt x="5164499" y="852142"/>
                </a:lnTo>
                <a:lnTo>
                  <a:pt x="0" y="8521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9489435" y="5541941"/>
            <a:ext cx="5164499" cy="852142"/>
          </a:xfrm>
          <a:custGeom>
            <a:avLst/>
            <a:gdLst/>
            <a:ahLst/>
            <a:cxnLst/>
            <a:rect l="l" t="t" r="r" b="b"/>
            <a:pathLst>
              <a:path w="5164499" h="852142">
                <a:moveTo>
                  <a:pt x="0" y="0"/>
                </a:moveTo>
                <a:lnTo>
                  <a:pt x="5164499" y="0"/>
                </a:lnTo>
                <a:lnTo>
                  <a:pt x="5164499" y="852142"/>
                </a:lnTo>
                <a:lnTo>
                  <a:pt x="0" y="8521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3634066" y="6993182"/>
            <a:ext cx="5164499" cy="852142"/>
          </a:xfrm>
          <a:custGeom>
            <a:avLst/>
            <a:gdLst/>
            <a:ahLst/>
            <a:cxnLst/>
            <a:rect l="l" t="t" r="r" b="b"/>
            <a:pathLst>
              <a:path w="5164499" h="852142">
                <a:moveTo>
                  <a:pt x="0" y="0"/>
                </a:moveTo>
                <a:lnTo>
                  <a:pt x="5164499" y="0"/>
                </a:lnTo>
                <a:lnTo>
                  <a:pt x="5164499" y="852142"/>
                </a:lnTo>
                <a:lnTo>
                  <a:pt x="0" y="8521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>
            <a:off x="9489435" y="6993182"/>
            <a:ext cx="5164499" cy="852142"/>
          </a:xfrm>
          <a:custGeom>
            <a:avLst/>
            <a:gdLst/>
            <a:ahLst/>
            <a:cxnLst/>
            <a:rect l="l" t="t" r="r" b="b"/>
            <a:pathLst>
              <a:path w="5164499" h="852142">
                <a:moveTo>
                  <a:pt x="0" y="0"/>
                </a:moveTo>
                <a:lnTo>
                  <a:pt x="5164499" y="0"/>
                </a:lnTo>
                <a:lnTo>
                  <a:pt x="5164499" y="852142"/>
                </a:lnTo>
                <a:lnTo>
                  <a:pt x="0" y="8521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TextBox 15"/>
          <p:cNvSpPr txBox="1"/>
          <p:nvPr/>
        </p:nvSpPr>
        <p:spPr>
          <a:xfrm>
            <a:off x="3735896" y="5645104"/>
            <a:ext cx="588275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91264" y="5645104"/>
            <a:ext cx="588275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35896" y="7096345"/>
            <a:ext cx="588275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B.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91264" y="7096345"/>
            <a:ext cx="588275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66161" y="5645104"/>
            <a:ext cx="1794348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Arteri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721530" y="5645104"/>
            <a:ext cx="2252562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Vena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866161" y="7096345"/>
            <a:ext cx="1794348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Kapiler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721530" y="7096345"/>
            <a:ext cx="2252562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Jantung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87613" y="2375001"/>
            <a:ext cx="6712773" cy="1033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19"/>
              </a:lnSpc>
            </a:pPr>
            <a:r>
              <a:rPr lang="en-US" sz="6399" b="1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PERTANYAAN 4</a:t>
            </a:r>
          </a:p>
        </p:txBody>
      </p:sp>
      <p:sp>
        <p:nvSpPr>
          <p:cNvPr id="24" name="Freeform 24"/>
          <p:cNvSpPr/>
          <p:nvPr/>
        </p:nvSpPr>
        <p:spPr>
          <a:xfrm>
            <a:off x="1986848" y="2924911"/>
            <a:ext cx="531980" cy="547023"/>
          </a:xfrm>
          <a:custGeom>
            <a:avLst/>
            <a:gdLst/>
            <a:ahLst/>
            <a:cxnLst/>
            <a:rect l="l" t="t" r="r" b="b"/>
            <a:pathLst>
              <a:path w="531980" h="547023">
                <a:moveTo>
                  <a:pt x="0" y="0"/>
                </a:moveTo>
                <a:lnTo>
                  <a:pt x="531980" y="0"/>
                </a:lnTo>
                <a:lnTo>
                  <a:pt x="531980" y="547023"/>
                </a:lnTo>
                <a:lnTo>
                  <a:pt x="0" y="54702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5806459" y="7429753"/>
            <a:ext cx="531980" cy="547023"/>
          </a:xfrm>
          <a:custGeom>
            <a:avLst/>
            <a:gdLst/>
            <a:ahLst/>
            <a:cxnLst/>
            <a:rect l="l" t="t" r="r" b="b"/>
            <a:pathLst>
              <a:path w="531980" h="547023">
                <a:moveTo>
                  <a:pt x="0" y="0"/>
                </a:moveTo>
                <a:lnTo>
                  <a:pt x="531979" y="0"/>
                </a:lnTo>
                <a:lnTo>
                  <a:pt x="531979" y="547023"/>
                </a:lnTo>
                <a:lnTo>
                  <a:pt x="0" y="54702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516064">
            <a:off x="-1517475" y="8173905"/>
            <a:ext cx="5092350" cy="3386413"/>
          </a:xfrm>
          <a:custGeom>
            <a:avLst/>
            <a:gdLst/>
            <a:ahLst/>
            <a:cxnLst/>
            <a:rect l="l" t="t" r="r" b="b"/>
            <a:pathLst>
              <a:path w="5092350" h="3386413">
                <a:moveTo>
                  <a:pt x="0" y="0"/>
                </a:moveTo>
                <a:lnTo>
                  <a:pt x="5092350" y="0"/>
                </a:lnTo>
                <a:lnTo>
                  <a:pt x="5092350" y="3386413"/>
                </a:lnTo>
                <a:lnTo>
                  <a:pt x="0" y="33864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1990554">
            <a:off x="14685232" y="-1939657"/>
            <a:ext cx="5807960" cy="3862293"/>
          </a:xfrm>
          <a:custGeom>
            <a:avLst/>
            <a:gdLst/>
            <a:ahLst/>
            <a:cxnLst/>
            <a:rect l="l" t="t" r="r" b="b"/>
            <a:pathLst>
              <a:path w="5807960" h="3862293">
                <a:moveTo>
                  <a:pt x="0" y="0"/>
                </a:moveTo>
                <a:lnTo>
                  <a:pt x="5807960" y="0"/>
                </a:lnTo>
                <a:lnTo>
                  <a:pt x="5807960" y="3862293"/>
                </a:lnTo>
                <a:lnTo>
                  <a:pt x="0" y="3862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650911" flipH="1">
            <a:off x="471824" y="8531476"/>
            <a:ext cx="1646575" cy="1227765"/>
          </a:xfrm>
          <a:custGeom>
            <a:avLst/>
            <a:gdLst/>
            <a:ahLst/>
            <a:cxnLst/>
            <a:rect l="l" t="t" r="r" b="b"/>
            <a:pathLst>
              <a:path w="1646575" h="1227765">
                <a:moveTo>
                  <a:pt x="1646575" y="0"/>
                </a:moveTo>
                <a:lnTo>
                  <a:pt x="0" y="0"/>
                </a:lnTo>
                <a:lnTo>
                  <a:pt x="0" y="1227765"/>
                </a:lnTo>
                <a:lnTo>
                  <a:pt x="1646575" y="1227765"/>
                </a:lnTo>
                <a:lnTo>
                  <a:pt x="164657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072221" y="292587"/>
            <a:ext cx="1646575" cy="1227765"/>
          </a:xfrm>
          <a:custGeom>
            <a:avLst/>
            <a:gdLst/>
            <a:ahLst/>
            <a:cxnLst/>
            <a:rect l="l" t="t" r="r" b="b"/>
            <a:pathLst>
              <a:path w="1646575" h="1227765">
                <a:moveTo>
                  <a:pt x="0" y="0"/>
                </a:moveTo>
                <a:lnTo>
                  <a:pt x="1646575" y="0"/>
                </a:lnTo>
                <a:lnTo>
                  <a:pt x="1646575" y="1227765"/>
                </a:lnTo>
                <a:lnTo>
                  <a:pt x="0" y="12277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12546">
            <a:off x="12728523" y="8581681"/>
            <a:ext cx="6687396" cy="6496731"/>
          </a:xfrm>
          <a:custGeom>
            <a:avLst/>
            <a:gdLst/>
            <a:ahLst/>
            <a:cxnLst/>
            <a:rect l="l" t="t" r="r" b="b"/>
            <a:pathLst>
              <a:path w="6687396" h="6496731">
                <a:moveTo>
                  <a:pt x="0" y="0"/>
                </a:moveTo>
                <a:lnTo>
                  <a:pt x="6687396" y="0"/>
                </a:lnTo>
                <a:lnTo>
                  <a:pt x="6687396" y="6496731"/>
                </a:lnTo>
                <a:lnTo>
                  <a:pt x="0" y="64967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941967" y="1438666"/>
            <a:ext cx="497192" cy="511252"/>
          </a:xfrm>
          <a:custGeom>
            <a:avLst/>
            <a:gdLst/>
            <a:ahLst/>
            <a:cxnLst/>
            <a:rect l="l" t="t" r="r" b="b"/>
            <a:pathLst>
              <a:path w="497192" h="511252">
                <a:moveTo>
                  <a:pt x="0" y="0"/>
                </a:moveTo>
                <a:lnTo>
                  <a:pt x="497192" y="0"/>
                </a:lnTo>
                <a:lnTo>
                  <a:pt x="497192" y="511252"/>
                </a:lnTo>
                <a:lnTo>
                  <a:pt x="0" y="5112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112546" flipH="1">
            <a:off x="-1495741" y="-4483075"/>
            <a:ext cx="6687396" cy="6496731"/>
          </a:xfrm>
          <a:custGeom>
            <a:avLst/>
            <a:gdLst/>
            <a:ahLst/>
            <a:cxnLst/>
            <a:rect l="l" t="t" r="r" b="b"/>
            <a:pathLst>
              <a:path w="6687396" h="6496731">
                <a:moveTo>
                  <a:pt x="6687396" y="0"/>
                </a:moveTo>
                <a:lnTo>
                  <a:pt x="0" y="0"/>
                </a:lnTo>
                <a:lnTo>
                  <a:pt x="0" y="6496731"/>
                </a:lnTo>
                <a:lnTo>
                  <a:pt x="6687396" y="6496731"/>
                </a:lnTo>
                <a:lnTo>
                  <a:pt x="668739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78037" y="5830765"/>
            <a:ext cx="531980" cy="547023"/>
          </a:xfrm>
          <a:custGeom>
            <a:avLst/>
            <a:gdLst/>
            <a:ahLst/>
            <a:cxnLst/>
            <a:rect l="l" t="t" r="r" b="b"/>
            <a:pathLst>
              <a:path w="531980" h="547023">
                <a:moveTo>
                  <a:pt x="0" y="0"/>
                </a:moveTo>
                <a:lnTo>
                  <a:pt x="531979" y="0"/>
                </a:lnTo>
                <a:lnTo>
                  <a:pt x="531979" y="547023"/>
                </a:lnTo>
                <a:lnTo>
                  <a:pt x="0" y="5470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6444494">
            <a:off x="322378" y="2759004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0" y="0"/>
                </a:moveTo>
                <a:lnTo>
                  <a:pt x="1648214" y="0"/>
                </a:lnTo>
                <a:lnTo>
                  <a:pt x="1648214" y="424415"/>
                </a:lnTo>
                <a:lnTo>
                  <a:pt x="0" y="4244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 rot="6150196" flipH="1" flipV="1">
            <a:off x="16435193" y="6576401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1648214" y="424415"/>
                </a:moveTo>
                <a:lnTo>
                  <a:pt x="0" y="424415"/>
                </a:lnTo>
                <a:lnTo>
                  <a:pt x="0" y="0"/>
                </a:lnTo>
                <a:lnTo>
                  <a:pt x="1648214" y="0"/>
                </a:lnTo>
                <a:lnTo>
                  <a:pt x="1648214" y="424415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TextBox 12"/>
          <p:cNvSpPr txBox="1"/>
          <p:nvPr/>
        </p:nvSpPr>
        <p:spPr>
          <a:xfrm>
            <a:off x="3097437" y="3697234"/>
            <a:ext cx="12093126" cy="1431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161616"/>
                </a:solidFill>
                <a:latin typeface="Telegraf"/>
                <a:ea typeface="Telegraf"/>
                <a:cs typeface="Telegraf"/>
                <a:sym typeface="Telegraf"/>
              </a:rPr>
              <a:t>Salah satu penyakit yang berbahaya karena sering terjadi tanpa gejala adalah?</a:t>
            </a:r>
          </a:p>
        </p:txBody>
      </p:sp>
      <p:sp>
        <p:nvSpPr>
          <p:cNvPr id="13" name="Freeform 13"/>
          <p:cNvSpPr/>
          <p:nvPr/>
        </p:nvSpPr>
        <p:spPr>
          <a:xfrm>
            <a:off x="3634066" y="5541941"/>
            <a:ext cx="5164499" cy="852142"/>
          </a:xfrm>
          <a:custGeom>
            <a:avLst/>
            <a:gdLst/>
            <a:ahLst/>
            <a:cxnLst/>
            <a:rect l="l" t="t" r="r" b="b"/>
            <a:pathLst>
              <a:path w="5164499" h="852142">
                <a:moveTo>
                  <a:pt x="0" y="0"/>
                </a:moveTo>
                <a:lnTo>
                  <a:pt x="5164499" y="0"/>
                </a:lnTo>
                <a:lnTo>
                  <a:pt x="5164499" y="852142"/>
                </a:lnTo>
                <a:lnTo>
                  <a:pt x="0" y="8521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>
            <a:off x="9489435" y="5541941"/>
            <a:ext cx="5164499" cy="852142"/>
          </a:xfrm>
          <a:custGeom>
            <a:avLst/>
            <a:gdLst/>
            <a:ahLst/>
            <a:cxnLst/>
            <a:rect l="l" t="t" r="r" b="b"/>
            <a:pathLst>
              <a:path w="5164499" h="852142">
                <a:moveTo>
                  <a:pt x="0" y="0"/>
                </a:moveTo>
                <a:lnTo>
                  <a:pt x="5164499" y="0"/>
                </a:lnTo>
                <a:lnTo>
                  <a:pt x="5164499" y="852142"/>
                </a:lnTo>
                <a:lnTo>
                  <a:pt x="0" y="8521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>
            <a:off x="3634066" y="6993182"/>
            <a:ext cx="5164499" cy="852142"/>
          </a:xfrm>
          <a:custGeom>
            <a:avLst/>
            <a:gdLst/>
            <a:ahLst/>
            <a:cxnLst/>
            <a:rect l="l" t="t" r="r" b="b"/>
            <a:pathLst>
              <a:path w="5164499" h="852142">
                <a:moveTo>
                  <a:pt x="0" y="0"/>
                </a:moveTo>
                <a:lnTo>
                  <a:pt x="5164499" y="0"/>
                </a:lnTo>
                <a:lnTo>
                  <a:pt x="5164499" y="852142"/>
                </a:lnTo>
                <a:lnTo>
                  <a:pt x="0" y="8521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>
            <a:off x="9489435" y="6993182"/>
            <a:ext cx="5164499" cy="852142"/>
          </a:xfrm>
          <a:custGeom>
            <a:avLst/>
            <a:gdLst/>
            <a:ahLst/>
            <a:cxnLst/>
            <a:rect l="l" t="t" r="r" b="b"/>
            <a:pathLst>
              <a:path w="5164499" h="852142">
                <a:moveTo>
                  <a:pt x="0" y="0"/>
                </a:moveTo>
                <a:lnTo>
                  <a:pt x="5164499" y="0"/>
                </a:lnTo>
                <a:lnTo>
                  <a:pt x="5164499" y="852142"/>
                </a:lnTo>
                <a:lnTo>
                  <a:pt x="0" y="8521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7" name="TextBox 17"/>
          <p:cNvSpPr txBox="1"/>
          <p:nvPr/>
        </p:nvSpPr>
        <p:spPr>
          <a:xfrm>
            <a:off x="3735896" y="5645104"/>
            <a:ext cx="588275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91264" y="5645104"/>
            <a:ext cx="588275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35896" y="7096345"/>
            <a:ext cx="588275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B.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91264" y="7096345"/>
            <a:ext cx="588275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866161" y="5645104"/>
            <a:ext cx="2587176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Hipertensi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721530" y="5645104"/>
            <a:ext cx="3041295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Aterosklerosis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866161" y="7096345"/>
            <a:ext cx="2587176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Stroke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721530" y="7096345"/>
            <a:ext cx="1902458" cy="56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161616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Anemia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87613" y="2375001"/>
            <a:ext cx="6712773" cy="1033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19"/>
              </a:lnSpc>
            </a:pPr>
            <a:r>
              <a:rPr lang="en-US" sz="6399" b="1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PERTANYAAN 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135060" flipH="1">
            <a:off x="-975557" y="8528599"/>
            <a:ext cx="6687396" cy="6496731"/>
          </a:xfrm>
          <a:custGeom>
            <a:avLst/>
            <a:gdLst/>
            <a:ahLst/>
            <a:cxnLst/>
            <a:rect l="l" t="t" r="r" b="b"/>
            <a:pathLst>
              <a:path w="6687396" h="6496731">
                <a:moveTo>
                  <a:pt x="6687396" y="0"/>
                </a:moveTo>
                <a:lnTo>
                  <a:pt x="0" y="0"/>
                </a:lnTo>
                <a:lnTo>
                  <a:pt x="0" y="6496730"/>
                </a:lnTo>
                <a:lnTo>
                  <a:pt x="6687396" y="6496730"/>
                </a:lnTo>
                <a:lnTo>
                  <a:pt x="66873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599" flipH="1">
            <a:off x="12508464" y="-4814156"/>
            <a:ext cx="6687396" cy="6496731"/>
          </a:xfrm>
          <a:custGeom>
            <a:avLst/>
            <a:gdLst/>
            <a:ahLst/>
            <a:cxnLst/>
            <a:rect l="l" t="t" r="r" b="b"/>
            <a:pathLst>
              <a:path w="6687396" h="6496731">
                <a:moveTo>
                  <a:pt x="6687396" y="0"/>
                </a:moveTo>
                <a:lnTo>
                  <a:pt x="0" y="0"/>
                </a:lnTo>
                <a:lnTo>
                  <a:pt x="0" y="6496731"/>
                </a:lnTo>
                <a:lnTo>
                  <a:pt x="6687396" y="6496731"/>
                </a:lnTo>
                <a:lnTo>
                  <a:pt x="66873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784884">
            <a:off x="-2475265" y="-3318994"/>
            <a:ext cx="7972096" cy="5301444"/>
          </a:xfrm>
          <a:custGeom>
            <a:avLst/>
            <a:gdLst/>
            <a:ahLst/>
            <a:cxnLst/>
            <a:rect l="l" t="t" r="r" b="b"/>
            <a:pathLst>
              <a:path w="7972096" h="5301444">
                <a:moveTo>
                  <a:pt x="0" y="0"/>
                </a:moveTo>
                <a:lnTo>
                  <a:pt x="7972096" y="0"/>
                </a:lnTo>
                <a:lnTo>
                  <a:pt x="7972096" y="5301444"/>
                </a:lnTo>
                <a:lnTo>
                  <a:pt x="0" y="53014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7909152">
            <a:off x="14004242" y="7345455"/>
            <a:ext cx="7972096" cy="5301444"/>
          </a:xfrm>
          <a:custGeom>
            <a:avLst/>
            <a:gdLst/>
            <a:ahLst/>
            <a:cxnLst/>
            <a:rect l="l" t="t" r="r" b="b"/>
            <a:pathLst>
              <a:path w="7972096" h="5301444">
                <a:moveTo>
                  <a:pt x="0" y="0"/>
                </a:moveTo>
                <a:lnTo>
                  <a:pt x="7972096" y="0"/>
                </a:lnTo>
                <a:lnTo>
                  <a:pt x="7972096" y="5301444"/>
                </a:lnTo>
                <a:lnTo>
                  <a:pt x="0" y="53014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650911" flipH="1">
            <a:off x="620739" y="414817"/>
            <a:ext cx="1646575" cy="1227765"/>
          </a:xfrm>
          <a:custGeom>
            <a:avLst/>
            <a:gdLst/>
            <a:ahLst/>
            <a:cxnLst/>
            <a:rect l="l" t="t" r="r" b="b"/>
            <a:pathLst>
              <a:path w="1646575" h="1227765">
                <a:moveTo>
                  <a:pt x="1646575" y="0"/>
                </a:moveTo>
                <a:lnTo>
                  <a:pt x="0" y="0"/>
                </a:lnTo>
                <a:lnTo>
                  <a:pt x="0" y="1227766"/>
                </a:lnTo>
                <a:lnTo>
                  <a:pt x="1646575" y="1227766"/>
                </a:lnTo>
                <a:lnTo>
                  <a:pt x="164657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167887" y="8552462"/>
            <a:ext cx="1646575" cy="1227765"/>
          </a:xfrm>
          <a:custGeom>
            <a:avLst/>
            <a:gdLst/>
            <a:ahLst/>
            <a:cxnLst/>
            <a:rect l="l" t="t" r="r" b="b"/>
            <a:pathLst>
              <a:path w="1646575" h="1227765">
                <a:moveTo>
                  <a:pt x="0" y="0"/>
                </a:moveTo>
                <a:lnTo>
                  <a:pt x="1646575" y="0"/>
                </a:lnTo>
                <a:lnTo>
                  <a:pt x="1646575" y="1227765"/>
                </a:lnTo>
                <a:lnTo>
                  <a:pt x="0" y="12277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329036" flipH="1" flipV="1">
            <a:off x="-304195" y="7370027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1648214" y="424415"/>
                </a:moveTo>
                <a:lnTo>
                  <a:pt x="0" y="424415"/>
                </a:lnTo>
                <a:lnTo>
                  <a:pt x="0" y="0"/>
                </a:lnTo>
                <a:lnTo>
                  <a:pt x="1648214" y="0"/>
                </a:lnTo>
                <a:lnTo>
                  <a:pt x="1648214" y="42441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rot="7500939" flipH="1" flipV="1">
            <a:off x="17348563" y="5451697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1648213" y="424415"/>
                </a:moveTo>
                <a:lnTo>
                  <a:pt x="0" y="424415"/>
                </a:lnTo>
                <a:lnTo>
                  <a:pt x="0" y="0"/>
                </a:lnTo>
                <a:lnTo>
                  <a:pt x="1648213" y="0"/>
                </a:lnTo>
                <a:lnTo>
                  <a:pt x="1648213" y="42441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1486164" y="3027533"/>
            <a:ext cx="10553067" cy="4231934"/>
          </a:xfrm>
          <a:custGeom>
            <a:avLst/>
            <a:gdLst/>
            <a:ahLst/>
            <a:cxnLst/>
            <a:rect l="l" t="t" r="r" b="b"/>
            <a:pathLst>
              <a:path w="10553067" h="4231934">
                <a:moveTo>
                  <a:pt x="0" y="0"/>
                </a:moveTo>
                <a:lnTo>
                  <a:pt x="10553067" y="0"/>
                </a:lnTo>
                <a:lnTo>
                  <a:pt x="10553067" y="4231934"/>
                </a:lnTo>
                <a:lnTo>
                  <a:pt x="0" y="42319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4036"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 rot="9120633">
            <a:off x="2245584" y="3558793"/>
            <a:ext cx="1648214" cy="424415"/>
          </a:xfrm>
          <a:custGeom>
            <a:avLst/>
            <a:gdLst/>
            <a:ahLst/>
            <a:cxnLst/>
            <a:rect l="l" t="t" r="r" b="b"/>
            <a:pathLst>
              <a:path w="1648214" h="424415">
                <a:moveTo>
                  <a:pt x="0" y="0"/>
                </a:moveTo>
                <a:lnTo>
                  <a:pt x="1648214" y="0"/>
                </a:lnTo>
                <a:lnTo>
                  <a:pt x="1648214" y="424415"/>
                </a:lnTo>
                <a:lnTo>
                  <a:pt x="0" y="4244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-1220195" flipH="1">
            <a:off x="10889188" y="3189045"/>
            <a:ext cx="5401760" cy="3908910"/>
          </a:xfrm>
          <a:custGeom>
            <a:avLst/>
            <a:gdLst/>
            <a:ahLst/>
            <a:cxnLst/>
            <a:rect l="l" t="t" r="r" b="b"/>
            <a:pathLst>
              <a:path w="5401760" h="3908910">
                <a:moveTo>
                  <a:pt x="5401761" y="0"/>
                </a:moveTo>
                <a:lnTo>
                  <a:pt x="0" y="0"/>
                </a:lnTo>
                <a:lnTo>
                  <a:pt x="0" y="3908910"/>
                </a:lnTo>
                <a:lnTo>
                  <a:pt x="5401761" y="3908910"/>
                </a:lnTo>
                <a:lnTo>
                  <a:pt x="5401761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TextBox 13"/>
          <p:cNvSpPr txBox="1"/>
          <p:nvPr/>
        </p:nvSpPr>
        <p:spPr>
          <a:xfrm>
            <a:off x="1769696" y="4263765"/>
            <a:ext cx="8884737" cy="1759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853"/>
              </a:lnSpc>
            </a:pPr>
            <a:r>
              <a:rPr lang="en-US" sz="11544" b="1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Terima Kasih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13503" y="2497533"/>
            <a:ext cx="1534163" cy="3506659"/>
          </a:xfrm>
          <a:custGeom>
            <a:avLst/>
            <a:gdLst/>
            <a:ahLst/>
            <a:cxnLst/>
            <a:rect l="l" t="t" r="r" b="b"/>
            <a:pathLst>
              <a:path w="1534163" h="3506659">
                <a:moveTo>
                  <a:pt x="0" y="0"/>
                </a:moveTo>
                <a:lnTo>
                  <a:pt x="1534163" y="0"/>
                </a:lnTo>
                <a:lnTo>
                  <a:pt x="1534163" y="3506659"/>
                </a:lnTo>
                <a:lnTo>
                  <a:pt x="0" y="35066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665345" y="3091454"/>
            <a:ext cx="2925953" cy="2318818"/>
          </a:xfrm>
          <a:custGeom>
            <a:avLst/>
            <a:gdLst/>
            <a:ahLst/>
            <a:cxnLst/>
            <a:rect l="l" t="t" r="r" b="b"/>
            <a:pathLst>
              <a:path w="2925953" h="2318818">
                <a:moveTo>
                  <a:pt x="0" y="0"/>
                </a:moveTo>
                <a:lnTo>
                  <a:pt x="2925953" y="0"/>
                </a:lnTo>
                <a:lnTo>
                  <a:pt x="2925953" y="2318817"/>
                </a:lnTo>
                <a:lnTo>
                  <a:pt x="0" y="23188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169872" y="2497533"/>
            <a:ext cx="1757713" cy="3506659"/>
          </a:xfrm>
          <a:custGeom>
            <a:avLst/>
            <a:gdLst/>
            <a:ahLst/>
            <a:cxnLst/>
            <a:rect l="l" t="t" r="r" b="b"/>
            <a:pathLst>
              <a:path w="1757713" h="3506659">
                <a:moveTo>
                  <a:pt x="0" y="0"/>
                </a:moveTo>
                <a:lnTo>
                  <a:pt x="1757712" y="0"/>
                </a:lnTo>
                <a:lnTo>
                  <a:pt x="1757712" y="3506659"/>
                </a:lnTo>
                <a:lnTo>
                  <a:pt x="0" y="3506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449790" y="2497533"/>
            <a:ext cx="1937429" cy="3506659"/>
          </a:xfrm>
          <a:custGeom>
            <a:avLst/>
            <a:gdLst/>
            <a:ahLst/>
            <a:cxnLst/>
            <a:rect l="l" t="t" r="r" b="b"/>
            <a:pathLst>
              <a:path w="1937429" h="3506659">
                <a:moveTo>
                  <a:pt x="0" y="0"/>
                </a:moveTo>
                <a:lnTo>
                  <a:pt x="1937429" y="0"/>
                </a:lnTo>
                <a:lnTo>
                  <a:pt x="1937429" y="3506659"/>
                </a:lnTo>
                <a:lnTo>
                  <a:pt x="0" y="35066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100046" y="6166773"/>
            <a:ext cx="2056551" cy="2559913"/>
          </a:xfrm>
          <a:custGeom>
            <a:avLst/>
            <a:gdLst/>
            <a:ahLst/>
            <a:cxnLst/>
            <a:rect l="l" t="t" r="r" b="b"/>
            <a:pathLst>
              <a:path w="2056551" h="2559913">
                <a:moveTo>
                  <a:pt x="0" y="0"/>
                </a:moveTo>
                <a:lnTo>
                  <a:pt x="2056551" y="0"/>
                </a:lnTo>
                <a:lnTo>
                  <a:pt x="2056551" y="2559913"/>
                </a:lnTo>
                <a:lnTo>
                  <a:pt x="0" y="25599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b="-819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909424" y="2497533"/>
            <a:ext cx="2156595" cy="3506659"/>
          </a:xfrm>
          <a:custGeom>
            <a:avLst/>
            <a:gdLst/>
            <a:ahLst/>
            <a:cxnLst/>
            <a:rect l="l" t="t" r="r" b="b"/>
            <a:pathLst>
              <a:path w="2156595" h="3506659">
                <a:moveTo>
                  <a:pt x="0" y="0"/>
                </a:moveTo>
                <a:lnTo>
                  <a:pt x="2156596" y="0"/>
                </a:lnTo>
                <a:lnTo>
                  <a:pt x="2156596" y="3506659"/>
                </a:lnTo>
                <a:lnTo>
                  <a:pt x="0" y="350665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194990" y="6743176"/>
            <a:ext cx="1993477" cy="1983510"/>
          </a:xfrm>
          <a:custGeom>
            <a:avLst/>
            <a:gdLst/>
            <a:ahLst/>
            <a:cxnLst/>
            <a:rect l="l" t="t" r="r" b="b"/>
            <a:pathLst>
              <a:path w="1993477" h="1983510">
                <a:moveTo>
                  <a:pt x="0" y="0"/>
                </a:moveTo>
                <a:lnTo>
                  <a:pt x="1993477" y="0"/>
                </a:lnTo>
                <a:lnTo>
                  <a:pt x="1993477" y="1983510"/>
                </a:lnTo>
                <a:lnTo>
                  <a:pt x="0" y="198351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226860" y="6679863"/>
            <a:ext cx="2693189" cy="2046823"/>
          </a:xfrm>
          <a:custGeom>
            <a:avLst/>
            <a:gdLst/>
            <a:ahLst/>
            <a:cxnLst/>
            <a:rect l="l" t="t" r="r" b="b"/>
            <a:pathLst>
              <a:path w="2693189" h="2046823">
                <a:moveTo>
                  <a:pt x="0" y="0"/>
                </a:moveTo>
                <a:lnTo>
                  <a:pt x="2693189" y="0"/>
                </a:lnTo>
                <a:lnTo>
                  <a:pt x="2693189" y="2046823"/>
                </a:lnTo>
                <a:lnTo>
                  <a:pt x="0" y="204682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958442" y="7174188"/>
            <a:ext cx="2058560" cy="1552498"/>
          </a:xfrm>
          <a:custGeom>
            <a:avLst/>
            <a:gdLst/>
            <a:ahLst/>
            <a:cxnLst/>
            <a:rect l="l" t="t" r="r" b="b"/>
            <a:pathLst>
              <a:path w="2058560" h="1552498">
                <a:moveTo>
                  <a:pt x="0" y="0"/>
                </a:moveTo>
                <a:lnTo>
                  <a:pt x="2058560" y="0"/>
                </a:lnTo>
                <a:lnTo>
                  <a:pt x="2058560" y="1552498"/>
                </a:lnTo>
                <a:lnTo>
                  <a:pt x="0" y="155249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TextBox 11"/>
          <p:cNvSpPr txBox="1"/>
          <p:nvPr/>
        </p:nvSpPr>
        <p:spPr>
          <a:xfrm>
            <a:off x="4897285" y="653592"/>
            <a:ext cx="8493430" cy="1201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20"/>
              </a:lnSpc>
            </a:pPr>
            <a:r>
              <a:rPr lang="en-US" sz="7400" b="1">
                <a:solidFill>
                  <a:srgbClr val="161616"/>
                </a:solidFill>
                <a:latin typeface="Dosis Bold"/>
                <a:ea typeface="Dosis Bold"/>
                <a:cs typeface="Dosis Bold"/>
                <a:sym typeface="Dosis Bold"/>
              </a:rPr>
              <a:t>Halaman Sumber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608</Words>
  <Application>Microsoft Office PowerPoint</Application>
  <PresentationFormat>Custom</PresentationFormat>
  <Paragraphs>151</Paragraphs>
  <Slides>21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Telegraf Medium</vt:lpstr>
      <vt:lpstr>Calibri</vt:lpstr>
      <vt:lpstr>Arial</vt:lpstr>
      <vt:lpstr>Dosis Bold</vt:lpstr>
      <vt:lpstr>Telegraf Bold</vt:lpstr>
      <vt:lpstr>Telegraf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Belajar Sistem Peredaran Darah Manusia Presentasi Ilustrasi</dc:title>
  <cp:lastModifiedBy>suharyono03@outlook.co.id</cp:lastModifiedBy>
  <cp:revision>2</cp:revision>
  <dcterms:created xsi:type="dcterms:W3CDTF">2006-08-16T00:00:00Z</dcterms:created>
  <dcterms:modified xsi:type="dcterms:W3CDTF">2026-09-22T16:40:41Z</dcterms:modified>
  <dc:identifier>DAHREuQ7Mm0</dc:identifier>
</cp:coreProperties>
</file>